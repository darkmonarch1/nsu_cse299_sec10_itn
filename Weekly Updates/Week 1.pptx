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8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A0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9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01FC68-62F9-4997-ABAF-65C41C0921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EEE1FE-C0D6-407F-B16F-AF942B3B5F61}">
      <dgm:prSet/>
      <dgm:spPr/>
      <dgm:t>
        <a:bodyPr/>
        <a:lstStyle/>
        <a:p>
          <a:r>
            <a:rPr lang="en-US" dirty="0"/>
            <a:t>The link to view the project management tracker: https://app.notion.com/p/Sprint-Tracker-and-project-management-of-299-ITN-8dd69b84acd982fdac5601ddbb11a8d4?source=copy_link</a:t>
          </a:r>
        </a:p>
      </dgm:t>
    </dgm:pt>
    <dgm:pt modelId="{402ED239-7F7B-45E9-B916-786B1279570E}" type="parTrans" cxnId="{C88F0027-0311-4C4B-806E-7F45D9D58FC0}">
      <dgm:prSet/>
      <dgm:spPr/>
      <dgm:t>
        <a:bodyPr/>
        <a:lstStyle/>
        <a:p>
          <a:endParaRPr lang="en-US"/>
        </a:p>
      </dgm:t>
    </dgm:pt>
    <dgm:pt modelId="{530F7A42-C6AE-48E4-97D7-11D3B356CBBB}" type="sibTrans" cxnId="{C88F0027-0311-4C4B-806E-7F45D9D58FC0}">
      <dgm:prSet/>
      <dgm:spPr/>
      <dgm:t>
        <a:bodyPr/>
        <a:lstStyle/>
        <a:p>
          <a:endParaRPr lang="en-US"/>
        </a:p>
      </dgm:t>
    </dgm:pt>
    <dgm:pt modelId="{CEEF1587-7DB1-4906-B2D0-E57C733C826A}" type="pres">
      <dgm:prSet presAssocID="{E601FC68-62F9-4997-ABAF-65C41C09217F}" presName="Name0" presStyleCnt="0">
        <dgm:presLayoutVars>
          <dgm:dir/>
          <dgm:animLvl val="lvl"/>
          <dgm:resizeHandles val="exact"/>
        </dgm:presLayoutVars>
      </dgm:prSet>
      <dgm:spPr/>
    </dgm:pt>
    <dgm:pt modelId="{C7AFCB07-30CB-4B81-81BD-40B4F72F451C}" type="pres">
      <dgm:prSet presAssocID="{ABEEE1FE-C0D6-407F-B16F-AF942B3B5F61}" presName="linNode" presStyleCnt="0"/>
      <dgm:spPr/>
    </dgm:pt>
    <dgm:pt modelId="{C5C3E24A-2381-462B-A1D6-91701822221D}" type="pres">
      <dgm:prSet presAssocID="{ABEEE1FE-C0D6-407F-B16F-AF942B3B5F61}" presName="parentText" presStyleLbl="node1" presStyleIdx="0" presStyleCnt="1" custScaleX="277778">
        <dgm:presLayoutVars>
          <dgm:chMax val="1"/>
          <dgm:bulletEnabled val="1"/>
        </dgm:presLayoutVars>
      </dgm:prSet>
      <dgm:spPr/>
    </dgm:pt>
  </dgm:ptLst>
  <dgm:cxnLst>
    <dgm:cxn modelId="{CB9E5E21-808D-428F-BDBA-A8178EDF209E}" type="presOf" srcId="{ABEEE1FE-C0D6-407F-B16F-AF942B3B5F61}" destId="{C5C3E24A-2381-462B-A1D6-91701822221D}" srcOrd="0" destOrd="0" presId="urn:microsoft.com/office/officeart/2005/8/layout/vList5"/>
    <dgm:cxn modelId="{C88F0027-0311-4C4B-806E-7F45D9D58FC0}" srcId="{E601FC68-62F9-4997-ABAF-65C41C09217F}" destId="{ABEEE1FE-C0D6-407F-B16F-AF942B3B5F61}" srcOrd="0" destOrd="0" parTransId="{402ED239-7F7B-45E9-B916-786B1279570E}" sibTransId="{530F7A42-C6AE-48E4-97D7-11D3B356CBBB}"/>
    <dgm:cxn modelId="{10C51B92-179B-434E-B2AA-27A8558878BC}" type="presOf" srcId="{E601FC68-62F9-4997-ABAF-65C41C09217F}" destId="{CEEF1587-7DB1-4906-B2D0-E57C733C826A}" srcOrd="0" destOrd="0" presId="urn:microsoft.com/office/officeart/2005/8/layout/vList5"/>
    <dgm:cxn modelId="{9E78D753-CA22-4804-B764-5C1563868975}" type="presParOf" srcId="{CEEF1587-7DB1-4906-B2D0-E57C733C826A}" destId="{C7AFCB07-30CB-4B81-81BD-40B4F72F451C}" srcOrd="0" destOrd="0" presId="urn:microsoft.com/office/officeart/2005/8/layout/vList5"/>
    <dgm:cxn modelId="{7E0948B6-35AC-43C8-9EF4-6343D8C8667E}" type="presParOf" srcId="{C7AFCB07-30CB-4B81-81BD-40B4F72F451C}" destId="{C5C3E24A-2381-462B-A1D6-91701822221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3E24A-2381-462B-A1D6-91701822221D}">
      <dsp:nvSpPr>
        <dsp:cNvPr id="0" name=""/>
        <dsp:cNvSpPr/>
      </dsp:nvSpPr>
      <dsp:spPr>
        <a:xfrm>
          <a:off x="2827" y="0"/>
          <a:ext cx="5790233" cy="12003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link to view the project management tracker: https://app.notion.com/p/Sprint-Tracker-and-project-management-of-299-ITN-8dd69b84acd982fdac5601ddbb11a8d4?source=copy_link</a:t>
          </a:r>
        </a:p>
      </dsp:txBody>
      <dsp:txXfrm>
        <a:off x="61422" y="58595"/>
        <a:ext cx="5673043" cy="1083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Project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Product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02191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CareerSetu</a:t>
            </a:r>
            <a:r>
              <a:rPr lang="en-US" dirty="0"/>
              <a:t>: connecting the alumni’s of our very own NSU and plan for scaling in the future.</a:t>
            </a:r>
          </a:p>
          <a:p>
            <a:r>
              <a:rPr lang="en-US" dirty="0"/>
              <a:t>M</a:t>
            </a:r>
            <a:r>
              <a:rPr dirty="0"/>
              <a:t>embers</a:t>
            </a:r>
            <a:r>
              <a:rPr lang="en-US" dirty="0"/>
              <a:t>: </a:t>
            </a:r>
            <a:r>
              <a:rPr lang="en-US" dirty="0" err="1"/>
              <a:t>Jihanur</a:t>
            </a:r>
            <a:r>
              <a:rPr lang="en-US" dirty="0"/>
              <a:t> Rahman Ratul, Tahsin Ahmed </a:t>
            </a:r>
            <a:r>
              <a:rPr lang="en-US" dirty="0" err="1"/>
              <a:t>Sufol</a:t>
            </a:r>
            <a:endParaRPr lang="en-US" dirty="0"/>
          </a:p>
          <a:p>
            <a:r>
              <a:rPr lang="en-US" dirty="0"/>
              <a:t>S</a:t>
            </a:r>
            <a:r>
              <a:rPr dirty="0"/>
              <a:t>print</a:t>
            </a:r>
            <a:r>
              <a:rPr lang="en-US" dirty="0"/>
              <a:t> – 1</a:t>
            </a:r>
          </a:p>
          <a:p>
            <a:r>
              <a:rPr lang="en-US" dirty="0"/>
              <a:t>G</a:t>
            </a:r>
            <a:r>
              <a:rPr dirty="0"/>
              <a:t>oal</a:t>
            </a:r>
            <a:r>
              <a:rPr lang="en-US" dirty="0"/>
              <a:t>: to conduct research and surveys of 20</a:t>
            </a:r>
            <a:r>
              <a:rPr lang="en-US" baseline="30000" dirty="0"/>
              <a:t>th</a:t>
            </a:r>
            <a:r>
              <a:rPr lang="en-US" dirty="0"/>
              <a:t> and 21</a:t>
            </a:r>
            <a:r>
              <a:rPr lang="en-US" baseline="30000" dirty="0"/>
              <a:t>st</a:t>
            </a:r>
            <a:r>
              <a:rPr lang="en-US" dirty="0"/>
              <a:t> convocation graduates of our NSU and their </a:t>
            </a:r>
            <a:r>
              <a:rPr lang="en-US" dirty="0" err="1"/>
              <a:t>informations</a:t>
            </a:r>
            <a:r>
              <a:rPr lang="en-US" dirty="0"/>
              <a:t> like ID and email and collecting the data of companies from the internet.</a:t>
            </a:r>
          </a:p>
          <a:p>
            <a:r>
              <a:rPr lang="en-US" dirty="0"/>
              <a:t>P</a:t>
            </a:r>
            <a:r>
              <a:rPr dirty="0"/>
              <a:t>hase</a:t>
            </a:r>
            <a:r>
              <a:rPr lang="en-US" dirty="0"/>
              <a:t>: Initial.</a:t>
            </a:r>
            <a:endParaRPr dirty="0"/>
          </a:p>
          <a:p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Sprint Goal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9396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our first sprint the goal is to conduct surveys among our peers who graduated and was part of the 20</a:t>
            </a:r>
            <a:r>
              <a:rPr lang="en-US" baseline="30000" dirty="0"/>
              <a:t>th</a:t>
            </a:r>
            <a:r>
              <a:rPr lang="en-US" dirty="0"/>
              <a:t> or the 21</a:t>
            </a:r>
            <a:r>
              <a:rPr lang="en-US" baseline="30000" dirty="0"/>
              <a:t>st</a:t>
            </a:r>
            <a:r>
              <a:rPr lang="en-US" dirty="0"/>
              <a:t> convocation and collecting their information and the information of well known companies of Bangladesh and curating those data into csv format.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Weekly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Our week 1 tasks are communicated through slack and their progress are tracked through notion the screenshots are added in the communication and notion slide.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Code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7870"/>
            <a:ext cx="8475785" cy="50672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commits, PRs, reviews</a:t>
            </a:r>
          </a:p>
          <a:p>
            <a:endParaRPr lang="en-US" dirty="0"/>
          </a:p>
          <a:p>
            <a:r>
              <a:rPr lang="en-US" dirty="0"/>
              <a:t>In initial phase all of our teammates created a repository on their local drive. Here is a screenshot of the repo on the local drive of one of our teammates: </a:t>
            </a:r>
          </a:p>
          <a:p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76B506-7535-0FDA-7EBF-F30733D0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65" y="3208907"/>
            <a:ext cx="5114826" cy="3191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Notion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dirty="0"/>
              <a:t>The screenshot of our notion template and sprint tracking:</a:t>
            </a:r>
          </a:p>
          <a:p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6663B2C-5626-68C8-1481-FEA3F057B2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5810716"/>
              </p:ext>
            </p:extLst>
          </p:nvPr>
        </p:nvGraphicFramePr>
        <p:xfrm>
          <a:off x="872196" y="5205433"/>
          <a:ext cx="5795889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821F2C42-194D-157A-B2DF-C9837CBA56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196" y="1265105"/>
            <a:ext cx="6263639" cy="3360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Communication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98806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r>
              <a:rPr dirty="0"/>
              <a:t>Slack</a:t>
            </a:r>
            <a:r>
              <a:rPr lang="en-US" dirty="0"/>
              <a:t> </a:t>
            </a:r>
            <a:r>
              <a:rPr dirty="0"/>
              <a:t>screenshots and metrics</a:t>
            </a:r>
            <a:r>
              <a:rPr lang="en-US" dirty="0"/>
              <a:t>:</a:t>
            </a:r>
            <a:endParaRPr dirty="0"/>
          </a:p>
          <a:p>
            <a:endParaRPr dirty="0"/>
          </a:p>
          <a:p>
            <a:r>
              <a:rPr lang="en-US" dirty="0"/>
              <a:t>The initial communication before slack: </a:t>
            </a:r>
          </a:p>
          <a:p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A41D7-FE17-D940-534C-E0CA631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3" y="2330442"/>
            <a:ext cx="4389120" cy="2431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Communication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98806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r>
              <a:rPr dirty="0"/>
              <a:t>Slack</a:t>
            </a:r>
            <a:r>
              <a:rPr lang="en-US" dirty="0"/>
              <a:t> </a:t>
            </a:r>
            <a:r>
              <a:rPr dirty="0"/>
              <a:t>screenshots and metrics</a:t>
            </a:r>
            <a:r>
              <a:rPr lang="en-US" dirty="0"/>
              <a:t>:</a:t>
            </a:r>
            <a:endParaRPr dirty="0"/>
          </a:p>
          <a:p>
            <a:endParaRPr lang="en-US" dirty="0"/>
          </a:p>
          <a:p>
            <a:r>
              <a:rPr lang="en-US" dirty="0"/>
              <a:t>The communication after joining slack: </a:t>
            </a:r>
          </a:p>
          <a:p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FCD466-E0BA-E647-71B7-78A351442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96" y="2168770"/>
            <a:ext cx="4417254" cy="29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9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Risks &amp;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Risk matrix placeholder</a:t>
            </a:r>
          </a:p>
          <a:p>
            <a:r>
              <a:rPr lang="en-US" dirty="0"/>
              <a:t>[Not sure what to enter here, your feedback will be very much appreciated Sir.]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1" y="1509396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The screenshot of the companies data curated into a csv format: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37783-8EA0-2136-08B4-9C7C74CE5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68" y="2072089"/>
            <a:ext cx="6253576" cy="3376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Next Sprint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Tasks</a:t>
            </a:r>
            <a:r>
              <a:rPr lang="en-US" dirty="0"/>
              <a:t>: Creating repository on local drive and designing a valid CI/CD pipeline.</a:t>
            </a:r>
          </a:p>
          <a:p>
            <a:r>
              <a:rPr lang="en-US" dirty="0"/>
              <a:t>Contributor</a:t>
            </a:r>
            <a:r>
              <a:rPr dirty="0"/>
              <a:t>s</a:t>
            </a:r>
            <a:r>
              <a:rPr lang="en-US" dirty="0"/>
              <a:t>: </a:t>
            </a:r>
            <a:r>
              <a:rPr lang="en-US" dirty="0" err="1"/>
              <a:t>Jihanur</a:t>
            </a:r>
            <a:r>
              <a:rPr lang="en-US" dirty="0"/>
              <a:t> Rahman &amp; Tahsin Ahmed </a:t>
            </a:r>
          </a:p>
          <a:p>
            <a:r>
              <a:rPr lang="en-US" dirty="0"/>
              <a:t>D</a:t>
            </a:r>
            <a:r>
              <a:rPr dirty="0"/>
              <a:t>eadlines</a:t>
            </a:r>
            <a:r>
              <a:rPr lang="en-US" dirty="0"/>
              <a:t>: 21 July, 2026</a:t>
            </a:r>
            <a:endParaRPr dirty="0"/>
          </a:p>
          <a:p>
            <a:endParaRPr dirty="0"/>
          </a:p>
          <a:p>
            <a:r>
              <a:rPr dirty="0"/>
              <a:t>[Replace this area with your content/screenshots.]</a:t>
            </a:r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Instructor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7498079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Scoring rubric</a:t>
            </a:r>
            <a:r>
              <a:rPr lang="en-US" dirty="0"/>
              <a:t>:</a:t>
            </a:r>
          </a:p>
          <a:p>
            <a:r>
              <a:rPr lang="en-US" dirty="0"/>
              <a:t>Respected ITN Sir,</a:t>
            </a:r>
          </a:p>
          <a:p>
            <a:r>
              <a:rPr lang="en-US" dirty="0"/>
              <a:t>we are looking forward to your feedback and improving our project accordingly.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1323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0" y="137160"/>
            <a:ext cx="228600" cy="228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360</Words>
  <Application>Microsoft Office PowerPoint</Application>
  <PresentationFormat>On-screen Show (4:3)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Weekly Project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Dark Monarch</dc:creator>
  <cp:keywords/>
  <dc:description>generated using python-pptx</dc:description>
  <cp:lastModifiedBy>Dark Monarch</cp:lastModifiedBy>
  <cp:revision>5</cp:revision>
  <dcterms:created xsi:type="dcterms:W3CDTF">2013-01-27T09:14:16Z</dcterms:created>
  <dcterms:modified xsi:type="dcterms:W3CDTF">2026-07-20T20:49:58Z</dcterms:modified>
  <cp:category/>
</cp:coreProperties>
</file>