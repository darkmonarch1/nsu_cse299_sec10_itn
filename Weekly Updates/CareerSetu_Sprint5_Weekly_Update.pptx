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B3D4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291840" cy="3291840"/>
          </a:xfrm>
          <a:prstGeom prst="ellipse">
            <a:avLst/>
          </a:prstGeom>
          <a:solidFill>
            <a:srgbClr val="0B3D4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 ·  SECTION 10  ·  TEAM NEXUS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 Weekly Project Review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Integration, Live API Wiring &amp; CI/CD — Broken, Diagnosed, and Fixed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1064240" cy="566928"/>
          </a:xfrm>
          <a:prstGeom prst="rect">
            <a:avLst>
              <a:gd name="adj" fmla="val 9677"/>
            </a:avLst>
          </a:prstGeom>
          <a:solidFill>
            <a:srgbClr val="163538"/>
          </a:solidFill>
          <a:ln w="12700">
            <a:solidFill>
              <a:srgbClr val="2C4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776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SNAPSHOT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Aug 11 – 17, 2026     |     Status: In Progress · 80%     |     Priority: High     |     Duration: 1 week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 (Jihan)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51572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API Integration &amp; CI/CD Fixes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35040" y="4846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 Ahmed Sufol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35040" y="51572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Review &amp; Integration Support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2C4C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943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ITN Sir  ·  CareerSetu — NSU Alumni-Industry Bridge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CareerSetu,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sprints in, CareerSetu's FastAPI backend now sits on a real relational database — SQLAlchemy models seeded straight from NSU convocation CSVs and the employer directory, not static mock files.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same push toward “real data everywhere” is what broke the CI/CD pipeline this week: the Docker Compose smoke test started failing the moment it tried to reach the ML microservice, which had no health endpoint yet.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covers Sprint 5 (Aug 11 – 17) — the database layer, the live-API wiring, the pipeline failure, and the fix that brought it back to green — and previews Sprint 6.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95160" y="1371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SPRINT-BY-SPRINT 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95160" y="1700784"/>
            <a:ext cx="4663440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B9D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773936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0" y="17647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21240" y="176479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46720" y="19933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6 – 13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0" y="2185416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NSU alumni &amp; company datasets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995160" y="2596896"/>
            <a:ext cx="4663440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B9D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67004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46720" y="26609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921240" y="266090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0" y="28895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13 – 21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0" y="308152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branching strategy &amp; CI/CD pipeline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995160" y="3493008"/>
            <a:ext cx="4663440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B9D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566160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0" y="3557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21240" y="35570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37856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21 – Aug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0" y="397764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10-page Next.js frontend, fully designed &amp; built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995160" y="4389120"/>
            <a:ext cx="4663440" cy="804672"/>
          </a:xfrm>
          <a:prstGeom prst="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B9D6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4462272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046720" y="4453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21240" y="4453128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0" y="46817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4 – 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487375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API, ML microservice &amp; CI/CD integration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995160" y="5285232"/>
            <a:ext cx="4663440" cy="804672"/>
          </a:xfrm>
          <a:prstGeom prst="rect">
            <a:avLst>
              <a:gd name="adj" fmla="val 6818"/>
            </a:avLst>
          </a:prstGeom>
          <a:solidFill>
            <a:srgbClr val="FCF1DD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5358384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046720" y="5349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21240" y="5349240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0" y="5577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11 – 17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576986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layer, live API wiring &amp; CI/CD fix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 ·  AUG 11 – 17,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 &amp; Key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6675120" cy="868680"/>
          </a:xfrm>
          <a:prstGeom prst="rect">
            <a:avLst>
              <a:gd name="adj" fmla="val 6316"/>
            </a:avLst>
          </a:prstGeom>
          <a:solidFill>
            <a:srgbClr val="0E4C5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CareerSetu by implementing a relational database layer (SQLAlchemy ORM, SQLite/PostgreSQL), auto-ingesting convocation datasets, connecting every frontend view to live FastAPI endpoints, and hardening CI/CD end to end.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76148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82296" cy="822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540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layer with 7 database models (users, alumni, companies, jobs, applications, CV analysis, job-trust audit) across SQLite/PostgreSQL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694176"/>
            <a:ext cx="82296" cy="822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2102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CSV ingestion seeding convocation &amp; company records straight into the database on startup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261104"/>
            <a:ext cx="82296" cy="822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879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 API client wiring every Next.js page (jobs, alumni, cv-grooming, employer, admin) to live FastAPI endpoints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828032"/>
            <a:ext cx="82296" cy="822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54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updated with 3 parallel jobs including Docker Compose smoke tests — which caught a real integration bug this sprint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417320"/>
            <a:ext cx="4160520" cy="3794760"/>
          </a:xfrm>
          <a:prstGeom prst="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B9D6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57276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META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26680" y="1874520"/>
            <a:ext cx="1600200" cy="365760"/>
          </a:xfrm>
          <a:prstGeom prst="rect">
            <a:avLst>
              <a:gd name="adj" fmla="val 87500"/>
            </a:avLst>
          </a:prstGeom>
          <a:solidFill>
            <a:srgbClr val="FCF1DD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1874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· 80%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64040" y="1874520"/>
            <a:ext cx="1097280" cy="365760"/>
          </a:xfrm>
          <a:prstGeom prst="rect">
            <a:avLst>
              <a:gd name="adj" fmla="val 87500"/>
            </a:avLst>
          </a:prstGeom>
          <a:solidFill>
            <a:srgbClr val="FBE6E8"/>
          </a:solidFill>
          <a:ln/>
        </p:spPr>
      </p:sp>
      <p:sp>
        <p:nvSpPr>
          <p:cNvPr id="21" name="Text 19"/>
          <p:cNvSpPr/>
          <p:nvPr/>
        </p:nvSpPr>
        <p:spPr>
          <a:xfrm>
            <a:off x="9464040" y="1874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26680" y="2359152"/>
            <a:ext cx="868680" cy="310896"/>
          </a:xfrm>
          <a:prstGeom prst="rect">
            <a:avLst>
              <a:gd name="adj" fmla="val 88235"/>
            </a:avLst>
          </a:prstGeom>
          <a:solidFill>
            <a:srgbClr val="E8F3F4"/>
          </a:solidFill>
          <a:ln w="9525">
            <a:solidFill>
              <a:srgbClr val="B9D6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235915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8686800" y="2359152"/>
            <a:ext cx="868680" cy="310896"/>
          </a:xfrm>
          <a:prstGeom prst="rect">
            <a:avLst>
              <a:gd name="adj" fmla="val 88235"/>
            </a:avLst>
          </a:prstGeom>
          <a:solidFill>
            <a:srgbClr val="E8F3F4"/>
          </a:solidFill>
          <a:ln w="9525">
            <a:solidFill>
              <a:srgbClr val="B9D6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235915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9646920" y="2359152"/>
            <a:ext cx="868680" cy="310896"/>
          </a:xfrm>
          <a:prstGeom prst="rect">
            <a:avLst>
              <a:gd name="adj" fmla="val 88235"/>
            </a:avLst>
          </a:prstGeom>
          <a:solidFill>
            <a:srgbClr val="E8F3F4"/>
          </a:solidFill>
          <a:ln w="9525">
            <a:solidFill>
              <a:srgbClr val="B9D6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235915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7726680" y="283464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26680" y="303580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planned — pipeline debugging ran past the window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726680" y="3593592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3794760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(lead) — database, API integration &amp; CI/CD fixes, reviewed with Tahsin Ahmed Sufol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7726680" y="4352544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Shipped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26680" y="4553712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DB modules, 2 new routers, new API client, 5 updated frontend pages, updated CI workflow &amp; SPRINT5.md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Sprint Unfolded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310896" cy="3108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399032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1627632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 acknowledges progress with a brief “Okay bro.”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548640" y="2116836"/>
            <a:ext cx="310896" cy="3108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168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071116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2299716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 reports the backend is done and pivots the thread to wiring the frontend to live APIs.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310896" cy="31089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88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743200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2971800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Tahsin's reply — “Yeap...” — and the thread goes quiet again.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48640" y="3461004"/>
            <a:ext cx="310896" cy="3108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610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415284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3643884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to main breaks CI/CD: the Docker Compose smoke test fails with exit code 22.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548640" y="4133088"/>
            <a:ext cx="310896" cy="31089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33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4087368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4315968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 flags the failure on Slack with a screenshot and starts debugging live.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548640" y="4805172"/>
            <a:ext cx="310896" cy="310896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051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4759452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" y="4988052"/>
            <a:ext cx="5623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health-check endpoint ships for the ML microservice, the workflow gets a readiness retry loop, and all 3 CI jobs go green.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7635240" y="1417320"/>
            <a:ext cx="4023360" cy="4480560"/>
          </a:xfrm>
          <a:prstGeom prst="rect">
            <a:avLst>
              <a:gd name="adj" fmla="val 1591"/>
            </a:avLst>
          </a:prstGeom>
          <a:solidFill>
            <a:srgbClr val="0E4C57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TRACK PROGRESS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09560" y="205740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(#299) still handles day-to-day coordination, and this sprint's thread carries something new: a live incident, flagged and debugged in the open.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Notion Sprint Tracker and this SPRINT5.md report remain the source of truth for what actually shipped — objectives, completion % and retrospectives, reported here each week.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09560" y="4251960"/>
            <a:ext cx="3474720" cy="0"/>
          </a:xfrm>
          <a:prstGeom prst="line">
            <a:avLst/>
          </a:prstGeom>
          <a:noFill/>
          <a:ln w="12700">
            <a:solidFill>
              <a:srgbClr val="2C60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44348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AFCB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CI/CD failure is treated as a deliverable, not a footnote — the diagnosis and fix are documented the same way finished features are.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 Layer — Models &amp; Seeding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github.com/DarkMonarch1/NSU_CSE299_SEC10_ITN — app/services/db_seed.py &amp; seed_data.py</a:t>
            </a:r>
            <a:endParaRPr lang="en-US" sz="1050" dirty="0"/>
          </a:p>
        </p:txBody>
      </p:sp>
      <p:pic>
        <p:nvPicPr>
          <p:cNvPr id="5" name="Image 0" descr="crops/db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5623560" cy="3502152"/>
          </a:xfrm>
          <a:prstGeom prst="rect">
            <a:avLst/>
          </a:prstGeom>
        </p:spPr>
      </p:pic>
      <p:pic>
        <p:nvPicPr>
          <p:cNvPr id="6" name="Image 1" descr="crops/seed_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81328"/>
            <a:ext cx="3520440" cy="21762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55080" y="3867912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8" name="Text 4"/>
          <p:cNvSpPr/>
          <p:nvPr/>
        </p:nvSpPr>
        <p:spPr>
          <a:xfrm>
            <a:off x="6556248" y="3794760"/>
            <a:ext cx="5193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defines 7 tables incl. AlumnusModel, CompanyModel, JobPostingModel, CVAnalysisModel and JobTrustAuditModel</a:t>
            </a:r>
            <a:endParaRPr lang="en-US" sz="1080" dirty="0"/>
          </a:p>
        </p:txBody>
      </p:sp>
      <p:sp>
        <p:nvSpPr>
          <p:cNvPr id="9" name="Shape 5"/>
          <p:cNvSpPr/>
          <p:nvPr/>
        </p:nvSpPr>
        <p:spPr>
          <a:xfrm>
            <a:off x="6355080" y="4471416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0" name="Text 6"/>
          <p:cNvSpPr/>
          <p:nvPr/>
        </p:nvSpPr>
        <p:spPr>
          <a:xfrm>
            <a:off x="6556248" y="4398264"/>
            <a:ext cx="5193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db_seed.py auto-ingests all three convocation CSVs (19th/20th/21st) into AlumnusModel rows only when the table is empty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6355080" y="5074920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2" name="Text 8"/>
          <p:cNvSpPr/>
          <p:nvPr/>
        </p:nvSpPr>
        <p:spPr>
          <a:xfrm>
            <a:off x="6556248" y="5001768"/>
            <a:ext cx="5193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seed_data.py pre-loads verified job postings — like bKash's Data Analyst, Fraud &amp; Risk Analytics role — with trust &amp; AI-match scores baked in</a:t>
            </a:r>
            <a:endParaRPr lang="en-US" sz="108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Workflow — Docker Smoke Test Definition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NSU_CSE299_SEC10_ITN/.github/workflows/ci-cd.yml</a:t>
            </a:r>
            <a:endParaRPr lang="en-US" sz="1050" dirty="0"/>
          </a:p>
        </p:txBody>
      </p:sp>
      <p:pic>
        <p:nvPicPr>
          <p:cNvPr id="5" name="Image 0" descr="crops/cicd_y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0408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45920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7" name="Text 4"/>
          <p:cNvSpPr/>
          <p:nvPr/>
        </p:nvSpPr>
        <p:spPr>
          <a:xfrm>
            <a:off x="8019288" y="1572768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docker-integration job builds and starts both the backend and ML microservice via Docker Compose before testing anything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818120" y="2249424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9" name="Text 6"/>
          <p:cNvSpPr/>
          <p:nvPr/>
        </p:nvSpPr>
        <p:spPr>
          <a:xfrm>
            <a:off x="8019288" y="2176272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“Smoke test API &amp; Microservice endpoints” step curls /health, /jobs and /companies/list on the backend (port 8000)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818120" y="2852928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1" name="Text 8"/>
          <p:cNvSpPr/>
          <p:nvPr/>
        </p:nvSpPr>
        <p:spPr>
          <a:xfrm>
            <a:off x="8019288" y="2779776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...then curls port 8001's /health for the ML microservice — the exact line this sprint's failure traces back to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818120" y="3456432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3" name="Text 10"/>
          <p:cNvSpPr/>
          <p:nvPr/>
        </p:nvSpPr>
        <p:spPr>
          <a:xfrm>
            <a:off x="8019288" y="3383280"/>
            <a:ext cx="3639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services are torn down afterward regardless of outcome, keeping runners clean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Breaks — Smoke Test Failure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NSU_CSE299_SEC10_ITN — Run #15</a:t>
            </a:r>
            <a:endParaRPr lang="en-US" sz="1050" dirty="0"/>
          </a:p>
        </p:txBody>
      </p:sp>
      <p:pic>
        <p:nvPicPr>
          <p:cNvPr id="5" name="Image 0" descr="crops/ci_run_summary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360920" cy="1801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593592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520440"/>
            <a:ext cx="7159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#15 (“Fix race conditions, improve API responses...”) passes both the backend unit tests (13s) and the frontend build (31s)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4197096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4123944"/>
            <a:ext cx="7159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Microservices Docker Smoke Tests job fails after 1m 2s — “Process completed with exit code 22”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4800600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727448"/>
            <a:ext cx="7159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22 is curl's own -f failure code: one of the four smoke-test requests came back with an HTTP error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8640" y="5404104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5330952"/>
            <a:ext cx="7159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surfaces the moment the workflow reaches the ML microservice's untested health route</a:t>
            </a:r>
            <a:endParaRPr lang="en-US" sz="1080" dirty="0"/>
          </a:p>
        </p:txBody>
      </p:sp>
      <p:pic>
        <p:nvPicPr>
          <p:cNvPr id="14" name="Image 1" descr="crops/ci_fail_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481328"/>
            <a:ext cx="3520440" cy="3611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Lands — Health Endpoint &amp; Retry 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NSU_CSE299_SEC10_ITN — commit 0fe95d4</a:t>
            </a:r>
            <a:endParaRPr lang="en-US" sz="1050" dirty="0"/>
          </a:p>
        </p:txBody>
      </p:sp>
      <p:pic>
        <p:nvPicPr>
          <p:cNvPr id="5" name="Image 0" descr="crops/commit_di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017520" cy="2633472"/>
          </a:xfrm>
          <a:prstGeom prst="rect">
            <a:avLst/>
          </a:prstGeom>
        </p:spPr>
      </p:pic>
      <p:pic>
        <p:nvPicPr>
          <p:cNvPr id="6" name="Image 1" descr="crops/all_green_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417320"/>
            <a:ext cx="7863840" cy="28254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Add health check endpoint &amp; update CI/CD workflow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794760" y="42611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run on main — 3/3 checks passing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4599432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0" name="Text 6"/>
          <p:cNvSpPr/>
          <p:nvPr/>
        </p:nvSpPr>
        <p:spPr>
          <a:xfrm>
            <a:off x="749808" y="4526280"/>
            <a:ext cx="10405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ml_main.py never exposed a /health route, so curl -f against port 8001 returned 404 and exit code 22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548640" y="5074920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2" name="Text 8"/>
          <p:cNvSpPr/>
          <p:nvPr/>
        </p:nvSpPr>
        <p:spPr>
          <a:xfrm>
            <a:off x="749808" y="5001768"/>
            <a:ext cx="10405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adds that endpoint and replaces the workflow's blind sleep 12 with a retry loop that polls each service until it responds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548640" y="5550408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4" name="Text 10"/>
          <p:cNvSpPr/>
          <p:nvPr/>
        </p:nvSpPr>
        <p:spPr>
          <a:xfrm>
            <a:off x="749808" y="5477256"/>
            <a:ext cx="10405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“Add health check endpoint and update CI/CD workflow for service readiness” ships both changes together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548640" y="6025896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6" name="Text 12"/>
          <p:cNvSpPr/>
          <p:nvPr/>
        </p:nvSpPr>
        <p:spPr>
          <a:xfrm>
            <a:off x="749808" y="5952744"/>
            <a:ext cx="10405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3 jobs — backend tests, frontend build, Docker smoke tests — pass green on the next run</a:t>
            </a:r>
            <a:endParaRPr lang="en-US" sz="103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Tracking in Notion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— Sprint Tracker (299 [ITN])</a:t>
            </a:r>
            <a:endParaRPr lang="en-US" sz="1050" dirty="0"/>
          </a:p>
        </p:txBody>
      </p:sp>
      <p:pic>
        <p:nvPicPr>
          <p:cNvPr id="5" name="Image 0" descr="crops/notion_tr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23760" cy="3538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645920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7" name="Text 4"/>
          <p:cNvSpPr/>
          <p:nvPr/>
        </p:nvSpPr>
        <p:spPr>
          <a:xfrm>
            <a:off x="8156448" y="1572768"/>
            <a:ext cx="3502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(Aug 11 – 17) sits at 80% In Progress, High priority, across a 1-week window — tagged Database, Dev and QA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955280" y="2249424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9" name="Text 6"/>
          <p:cNvSpPr/>
          <p:nvPr/>
        </p:nvSpPr>
        <p:spPr>
          <a:xfrm>
            <a:off x="8156448" y="2176272"/>
            <a:ext cx="3502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 tie directly to what shipped: Database &amp; ORM, Data Ingestion, API Integration, Automated Testing &amp; CI/CD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955280" y="2852928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1" name="Text 8"/>
          <p:cNvSpPr/>
          <p:nvPr/>
        </p:nvSpPr>
        <p:spPr>
          <a:xfrm>
            <a:off x="8156448" y="2779776"/>
            <a:ext cx="3502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notes stay just as candid as Sprint 4's: “facing an error of pushing the code in main... while checking the smoke test of microservice APIs”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955280" y="3456432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3" name="Text 10"/>
          <p:cNvSpPr/>
          <p:nvPr/>
        </p:nvSpPr>
        <p:spPr>
          <a:xfrm>
            <a:off x="8156448" y="3383280"/>
            <a:ext cx="3502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straight sprints logged honestly in the same tracker — this one included, mid-fix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Communication — Slack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— Team Nexus / #299</a:t>
            </a:r>
            <a:endParaRPr lang="en-US" sz="1050" dirty="0"/>
          </a:p>
        </p:txBody>
      </p:sp>
      <p:pic>
        <p:nvPicPr>
          <p:cNvPr id="5" name="Image 0" descr="crops/s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08660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645920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7" name="Text 4"/>
          <p:cNvSpPr/>
          <p:nvPr/>
        </p:nvSpPr>
        <p:spPr>
          <a:xfrm>
            <a:off x="8065008" y="1572768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#299 thread stays just as short as Sprint 4's — a handful of check-ins, most real work landing in commits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863840" y="2249424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9" name="Text 6"/>
          <p:cNvSpPr/>
          <p:nvPr/>
        </p:nvSpPr>
        <p:spPr>
          <a:xfrm>
            <a:off x="8065008" y="2176272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14: Tahsin's “Okay bro” is the only reply for several days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863840" y="2852928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1" name="Text 8"/>
          <p:cNvSpPr/>
          <p:nvPr/>
        </p:nvSpPr>
        <p:spPr>
          <a:xfrm>
            <a:off x="8065008" y="2779776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17–18: Jihan reports the backend done and pivots to frontend wiring; Tahsin's “Yeap...” is the last word before the failure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863840" y="3456432"/>
            <a:ext cx="73152" cy="73152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3" name="Text 10"/>
          <p:cNvSpPr/>
          <p:nvPr/>
        </p:nvSpPr>
        <p:spPr>
          <a:xfrm>
            <a:off x="8065008" y="3383280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Jihan shares the CI/CD failure screenshot directly in-channel and flags that he's debugging it live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Issues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480560" cy="365760"/>
          </a:xfrm>
          <a:prstGeom prst="rect">
            <a:avLst/>
          </a:prstGeom>
          <a:solidFill>
            <a:srgbClr val="0E4C57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08760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0" y="1508760"/>
            <a:ext cx="1234440" cy="365760"/>
          </a:xfrm>
          <a:prstGeom prst="rect">
            <a:avLst/>
          </a:prstGeom>
          <a:solidFill>
            <a:srgbClr val="0E4C57"/>
          </a:solidFill>
          <a:ln/>
        </p:spPr>
      </p:sp>
      <p:sp>
        <p:nvSpPr>
          <p:cNvPr id="7" name="Text 5"/>
          <p:cNvSpPr/>
          <p:nvPr/>
        </p:nvSpPr>
        <p:spPr>
          <a:xfrm>
            <a:off x="5138928" y="1508760"/>
            <a:ext cx="1014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1051560" cy="365760"/>
          </a:xfrm>
          <a:prstGeom prst="rect">
            <a:avLst/>
          </a:prstGeom>
          <a:solidFill>
            <a:srgbClr val="0E4C57"/>
          </a:solidFill>
          <a:ln/>
        </p:spPr>
      </p:sp>
      <p:sp>
        <p:nvSpPr>
          <p:cNvPr id="9" name="Text 7"/>
          <p:cNvSpPr/>
          <p:nvPr/>
        </p:nvSpPr>
        <p:spPr>
          <a:xfrm>
            <a:off x="6373368" y="1508760"/>
            <a:ext cx="832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4480560" cy="365760"/>
          </a:xfrm>
          <a:prstGeom prst="rect">
            <a:avLst/>
          </a:prstGeom>
          <a:solidFill>
            <a:srgbClr val="0E4C57"/>
          </a:solidFill>
          <a:ln/>
        </p:spPr>
      </p:sp>
      <p:sp>
        <p:nvSpPr>
          <p:cNvPr id="11" name="Text 9"/>
          <p:cNvSpPr/>
          <p:nvPr/>
        </p:nvSpPr>
        <p:spPr>
          <a:xfrm>
            <a:off x="7424928" y="1508760"/>
            <a:ext cx="4261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4480560" cy="868680"/>
          </a:xfrm>
          <a:prstGeom prst="rect">
            <a:avLst/>
          </a:prstGeom>
          <a:solidFill>
            <a:srgbClr val="EEF6F6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874520"/>
            <a:ext cx="4261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5's own CI/CD pipeline broke mid-sprint — Docker smoke tests failing on push #15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029200" y="1874520"/>
            <a:ext cx="1234440" cy="868680"/>
          </a:xfrm>
          <a:prstGeom prst="rect">
            <a:avLst/>
          </a:prstGeom>
          <a:solidFill>
            <a:srgbClr val="EEF6F6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4940" y="2171700"/>
            <a:ext cx="822960" cy="274320"/>
          </a:xfrm>
          <a:prstGeom prst="rect">
            <a:avLst>
              <a:gd name="adj" fmla="val 100000"/>
            </a:avLst>
          </a:prstGeom>
          <a:solidFill>
            <a:srgbClr val="FBE6E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1717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1874520"/>
            <a:ext cx="1051560" cy="868680"/>
          </a:xfrm>
          <a:prstGeom prst="rect">
            <a:avLst/>
          </a:prstGeom>
          <a:solidFill>
            <a:srgbClr val="EEF6F6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7940" y="2171700"/>
            <a:ext cx="822960" cy="274320"/>
          </a:xfrm>
          <a:prstGeom prst="rect">
            <a:avLst>
              <a:gd name="adj" fmla="val 100000"/>
            </a:avLst>
          </a:prstGeom>
          <a:solidFill>
            <a:srgbClr val="FBE6E8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1717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0" y="1874520"/>
            <a:ext cx="4480560" cy="868680"/>
          </a:xfrm>
          <a:prstGeom prst="rect">
            <a:avLst/>
          </a:prstGeom>
          <a:solidFill>
            <a:srgbClr val="EEF6F6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4928" y="1874520"/>
            <a:ext cx="4261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missing ML health endpoint and a readiness retry loop instead of a blind sleep — shipped same day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48640" y="2743200"/>
            <a:ext cx="4480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74320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still shows 80% while the pipeline fix has already landed and passed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29200" y="2743200"/>
            <a:ext cx="1234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4940" y="2948940"/>
            <a:ext cx="822960" cy="274320"/>
          </a:xfrm>
          <a:prstGeom prst="rect">
            <a:avLst>
              <a:gd name="adj" fmla="val 100000"/>
            </a:avLst>
          </a:prstGeom>
          <a:solidFill>
            <a:srgbClr val="FCF1DD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9489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2743200"/>
            <a:ext cx="1051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7940" y="2948940"/>
            <a:ext cx="822960" cy="274320"/>
          </a:xfrm>
          <a:prstGeom prst="rect">
            <a:avLst>
              <a:gd name="adj" fmla="val 100000"/>
            </a:avLst>
          </a:prstGeom>
          <a:solidFill>
            <a:srgbClr val="E8F3F4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9489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0" y="2743200"/>
            <a:ext cx="4480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274320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tracker to reflect SPRINT5.md once frontend wiring is confirmed fully live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48640" y="3429000"/>
            <a:ext cx="4480560" cy="685800"/>
          </a:xfrm>
          <a:prstGeom prst="rect">
            <a:avLst/>
          </a:prstGeom>
          <a:solidFill>
            <a:srgbClr val="EEF6F6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42900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lead (DarkMonarch1) has authored the database, API-wiring and CI/CD-fix commits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029200" y="3429000"/>
            <a:ext cx="1234440" cy="685800"/>
          </a:xfrm>
          <a:prstGeom prst="rect">
            <a:avLst/>
          </a:prstGeom>
          <a:solidFill>
            <a:srgbClr val="EEF6F6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34940" y="3634740"/>
            <a:ext cx="822960" cy="274320"/>
          </a:xfrm>
          <a:prstGeom prst="rect">
            <a:avLst>
              <a:gd name="adj" fmla="val 100000"/>
            </a:avLst>
          </a:prstGeom>
          <a:solidFill>
            <a:srgbClr val="FBE6E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6347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3429000"/>
            <a:ext cx="1051560" cy="685800"/>
          </a:xfrm>
          <a:prstGeom prst="rect">
            <a:avLst/>
          </a:prstGeom>
          <a:solidFill>
            <a:srgbClr val="EEF6F6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7940" y="3634740"/>
            <a:ext cx="822960" cy="274320"/>
          </a:xfrm>
          <a:prstGeom prst="rect">
            <a:avLst>
              <a:gd name="adj" fmla="val 100000"/>
            </a:avLst>
          </a:prstGeom>
          <a:solidFill>
            <a:srgbClr val="FCF1DD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6347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0" y="3429000"/>
            <a:ext cx="4480560" cy="685800"/>
          </a:xfrm>
          <a:prstGeom prst="rect">
            <a:avLst/>
          </a:prstGeom>
          <a:solidFill>
            <a:srgbClr val="EEF6F6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24928" y="342900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forward from Sprint 3/4 — assign Tahsin concrete, committed tickets, not just review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48640" y="411480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4114800"/>
            <a:ext cx="4261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exams have now delayed or complicated four sprints in a row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029200" y="4114800"/>
            <a:ext cx="1234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34940" y="4366260"/>
            <a:ext cx="822960" cy="274320"/>
          </a:xfrm>
          <a:prstGeom prst="rect">
            <a:avLst>
              <a:gd name="adj" fmla="val 100000"/>
            </a:avLst>
          </a:prstGeom>
          <a:solidFill>
            <a:srgbClr val="FBE6E8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0" y="43662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63640" y="4114800"/>
            <a:ext cx="1051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77940" y="4366260"/>
            <a:ext cx="822960" cy="274320"/>
          </a:xfrm>
          <a:prstGeom prst="rect">
            <a:avLst>
              <a:gd name="adj" fmla="val 100000"/>
            </a:avLst>
          </a:prstGeom>
          <a:solidFill>
            <a:srgbClr val="FCF1DD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43662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315200" y="4114800"/>
            <a:ext cx="4480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9D6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24928" y="4114800"/>
            <a:ext cx="4261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Sprint 5/6 marked High priority with daily Slack syncs until frontend wiring is verified end-to-end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risk this sprint — the pipeline broke on the very infrastructure meant to catch integration bugs, and caught one within a day.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Well, What We're Improving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9184" cy="329184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15361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WELL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" y="2084832"/>
            <a:ext cx="73152" cy="73152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116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layer fully wired: 7 SQLAlchemy models seeded from real CSVs, not mocks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576072" y="2743200"/>
            <a:ext cx="73152" cy="73152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67004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CI/CD's Docker smoke test did exactly its job — caught a real missing-health-endpoint bug before it reached users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576072" y="3401568"/>
            <a:ext cx="73152" cy="73152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328416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(health endpoint + retry loop) shipped same day, verified with 3/3 checks green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76072" y="4059936"/>
            <a:ext cx="73152" cy="73152"/>
          </a:xfrm>
          <a:prstGeom prst="ellipse">
            <a:avLst/>
          </a:prstGeom>
          <a:solidFill>
            <a:srgbClr val="2E9E97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98678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wiring is now underway across jobs, alumni, cv-grooming, employer and admin pages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943600" y="150876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508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82512" y="15361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71032" y="208483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201168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push to main still broke the pipeline — health checks should exist before endpoints ship, not caught after by CI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5971032" y="2798064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2724912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Tahsin's involvement stayed at acknowledgment level (“Okay bro”, “Yeap...”) rather than authored commits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971032" y="351129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199632" y="3438144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tracker (80%) hasn't caught up with the shipped fix and green pipeline yet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868680"/>
          </a:xfrm>
          <a:prstGeom prst="rect">
            <a:avLst>
              <a:gd name="adj" fmla="val 7368"/>
            </a:avLst>
          </a:prstGeom>
          <a:solidFill>
            <a:srgbClr val="0E4C5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4406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2377440" y="544068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completion (per tracker) — database, seeding and CI/CD fix shipped and verified; full frontend live-wiring confirmation carries into Sprint 6.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 ·  SPRINT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Sprint: Verifying Live Data End-to-End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0881360" cy="777240"/>
          </a:xfrm>
          <a:prstGeom prst="rect">
            <a:avLst>
              <a:gd name="adj" fmla="val 7059"/>
            </a:avLst>
          </a:prstGeom>
          <a:solidFill>
            <a:srgbClr val="0E4C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5564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frontend page is reading real data from the live API — not cached or mock fallbacks — close out remaining auth &amp; admin-moderation work, and bring the Notion tracker back in line with what's shipped.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&amp; META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7040880" cy="2331720"/>
          </a:xfrm>
          <a:prstGeom prst="rect">
            <a:avLst>
              <a:gd name="adj" fmla="val 2353"/>
            </a:avLst>
          </a:prstGeom>
          <a:solidFill>
            <a:srgbClr val="E8F3F4"/>
          </a:solidFill>
          <a:ln w="12700">
            <a:solidFill>
              <a:srgbClr val="B9D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— alumni, jobs, companies, CV grooming, employer, admin — verified end-to-end against the live database, with the CI/CD pipeline staying green through it.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370832"/>
            <a:ext cx="6492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9028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&amp; Tahsin Ahmed Sufol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919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00200" y="4882896"/>
            <a:ext cx="914400" cy="310896"/>
          </a:xfrm>
          <a:prstGeom prst="rect">
            <a:avLst>
              <a:gd name="adj" fmla="val 88235"/>
            </a:avLst>
          </a:prstGeom>
          <a:solidFill>
            <a:srgbClr val="FBE6E8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88289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0" y="49194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4882896"/>
            <a:ext cx="2286000" cy="310896"/>
          </a:xfrm>
          <a:prstGeom prst="rect">
            <a:avLst>
              <a:gd name="adj" fmla="val 88235"/>
            </a:avLst>
          </a:prstGeom>
          <a:solidFill>
            <a:srgbClr val="B9D6D9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488289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QA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0" y="3035808"/>
            <a:ext cx="3840480" cy="2331720"/>
          </a:xfrm>
          <a:prstGeom prst="rect">
            <a:avLst>
              <a:gd name="adj" fmla="val 2353"/>
            </a:avLst>
          </a:prstGeom>
          <a:solidFill>
            <a:srgbClr val="FCF1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3568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</a:rPr>
              <a:t>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973568" y="361188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i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delivered its full documented scope but broke its own pipeline doing it. Sprint 6 inherits both the verification work and the discipline of catching these bugs before they reach main.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5 Weekly Review  |  CSE299 Sec.10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B3D4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0B3D4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66664" y="86868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766664" y="8686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16916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feedback, ITN Sir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63928" y="2971800"/>
            <a:ext cx="7863840" cy="1325880"/>
          </a:xfrm>
          <a:prstGeom prst="rect">
            <a:avLst>
              <a:gd name="adj" fmla="val 4828"/>
            </a:avLst>
          </a:prstGeom>
          <a:solidFill>
            <a:srgbClr val="163538"/>
          </a:solidFill>
          <a:ln w="12700">
            <a:solidFill>
              <a:srgbClr val="2C4C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248" y="3127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 &amp; OPEN QUESTIONS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38248" y="3429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treating this sprint's CI/CD failure-and-fix as a legitimate deliverable — not just a setback — match how you'd want integration bugs like this documented going forward?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B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 ·  North South University  ·  Section 10  ·  Team Nexus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2026-08-19T19:36:10Z</dcterms:created>
  <dcterms:modified xsi:type="dcterms:W3CDTF">2026-08-19T19:36:10Z</dcterms:modified>
</cp:coreProperties>
</file>