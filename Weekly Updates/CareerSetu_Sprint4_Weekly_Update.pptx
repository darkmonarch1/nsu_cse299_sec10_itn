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548640"/>
            <a:ext cx="2377440" cy="237744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338560" y="2377440"/>
            <a:ext cx="1280160" cy="128016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365760" y="2926080"/>
            <a:ext cx="1463040" cy="146304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5212080"/>
            <a:ext cx="1645920" cy="164592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work/icons/windowM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40080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20700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SECTION 10  ·  TEAM NEXUS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2920" y="1572768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4 Weekly Project Review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548640" y="25786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Microservices, and CI/CD — Wired and Verified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3502152"/>
            <a:ext cx="11064240" cy="2651760"/>
          </a:xfrm>
          <a:prstGeom prst="roundRect">
            <a:avLst>
              <a:gd name="adj" fmla="val 1379"/>
            </a:avLst>
          </a:prstGeom>
          <a:solidFill>
            <a:srgbClr val="0E4C57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SNAPSHOT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404164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Aug 4 – 10, 2026     |     Status: In Progress · 70%     |     Priority: High     |     Duration: 1 week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4553712"/>
            <a:ext cx="10424160" cy="0"/>
          </a:xfrm>
          <a:prstGeom prst="line">
            <a:avLst/>
          </a:prstGeom>
          <a:noFill/>
          <a:ln w="9525">
            <a:solidFill>
              <a:srgbClr val="0F6E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47365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 (Jihan)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5047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ML Microservice &amp; CI/CD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35040" y="473659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Ahmed Sufol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035040" y="5047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Review &amp; Integration Support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68680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ITN Sir  ·  CareerSetu — NSU Alumni-Industry Bridge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CareerSetu, at a Glance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53949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sprints in, CareerSetu’s 10-page Next.js frontend now has a real FastAPI backend behind it — not just mock data on localhost.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ML microservice scores CVs and flags job-listing fraud risk, wired into the main API through a proxy route with a safe fallback.</a:t>
            </a:r>
            <a:endParaRPr lang="en-US" sz="1350" dirty="0"/>
          </a:p>
          <a:p>
            <a:pPr marL="228600" indent="-228600">
              <a:lnSpc>
                <a:spcPct val="125000"/>
              </a:lnSpc>
              <a:spcAft>
                <a:spcPts val="1600"/>
              </a:spcAft>
              <a:buSzPct val="100000"/>
              <a:buChar char="▪"/>
            </a:pPr>
            <a:r>
              <a:rPr lang="en-US" sz="13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covers Sprint 4 (Aug 4 – 10) and previews Sprint 5, next up: wiring the live frontend to these new endpoints.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190488" y="1600200"/>
            <a:ext cx="5477256" cy="4572000"/>
          </a:xfrm>
          <a:prstGeom prst="roundRect">
            <a:avLst>
              <a:gd name="adj" fmla="val 1200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46520" y="1773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SPRINT-BY-SPRINT STATUS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46520" y="2157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46520" y="2404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6 – 13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0" y="213969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104120" y="217627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2E9E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104120" y="21762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46520" y="2670048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collection: NSU alumni &amp; company datasets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6446520" y="31272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33741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13 – 21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0104120" y="314553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2E9E9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104120" y="31455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46520" y="3639312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Repository, branching strategy &amp; CI/CD pipeline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6446520" y="40965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4343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21 – Aug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686800" y="407822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9E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104120" y="4114800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2E9E9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04120" y="41148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4608576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10-page Next.js frontend, fully designed &amp; built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6446520" y="50657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3126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4 – 10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686800" y="50474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104120" y="5084064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04120" y="5084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5577840"/>
            <a:ext cx="4343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2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ML microservice &amp; CI/CD integration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 ·  AUG 4 – 10, 2026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Goal &amp; Key Deliverables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77840" cy="1005840"/>
          </a:xfrm>
          <a:prstGeom prst="roundRect">
            <a:avLst>
              <a:gd name="adj" fmla="val 5455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47088"/>
            <a:ext cx="5120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CareerSetu backend so the frontend can consume real data, enable AI microservice analysis, integrate Convocation and company datasets, and finalize CI/CD automation for the complete platform.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3273552"/>
            <a:ext cx="5623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backend with health, alumni (19th/20th/21st), companies, jobs and ML analysis routes</a:t>
            </a:r>
            <a:endParaRPr lang="en-US" sz="123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ML microservice (port 8001) for CV scoring and job-fraud trust classification, reached through a proxy route with built-in fallback</a:t>
            </a:r>
            <a:endParaRPr lang="en-US" sz="123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data loader pulling convocation &amp; company records from CSV files, plus a seed module for frontend-aligned job postings</a:t>
            </a:r>
            <a:endParaRPr lang="en-US" sz="123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2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running Python tests, a frontend build, and Docker Compose integration smoke tests end-to-end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355080" y="1481328"/>
            <a:ext cx="5330952" cy="4709160"/>
          </a:xfrm>
          <a:prstGeom prst="roundRect">
            <a:avLst>
              <a:gd name="adj" fmla="val 1165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29400" y="1664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META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29400" y="2029968"/>
            <a:ext cx="16916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299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· 70%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412480" y="202996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02996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2404872"/>
            <a:ext cx="105156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24048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0" y="2404872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240487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2404872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06840" y="2404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880360"/>
            <a:ext cx="4800600" cy="0"/>
          </a:xfrm>
          <a:prstGeom prst="line">
            <a:avLst/>
          </a:prstGeom>
          <a:noFill/>
          <a:ln w="9525">
            <a:solidFill>
              <a:srgbClr val="B9D6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0632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9400" y="33192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 planned — work continued past the window to finish backend integration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39136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29400" y="41696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(lead) — backend &amp; ML integration, reviewed with Tahsin Ahmed Sufol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29400" y="4828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Shipped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29400" y="5084064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new routers, 3 new services, ml_main.py, Dockerfile, docker-compose.yml, CI workflow &amp; SPRINT4.md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PROGRESS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Sprint Unfolded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0" cy="932688"/>
          </a:xfrm>
          <a:prstGeom prst="line">
            <a:avLst/>
          </a:prstGeom>
          <a:noFill/>
          <a:ln w="15875">
            <a:solidFill>
              <a:srgbClr val="B9D6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457200" cy="457200"/>
          </a:xfrm>
          <a:prstGeom prst="ellipse">
            <a:avLst/>
          </a:prstGeom>
          <a:solidFill>
            <a:srgbClr val="E8F3F4"/>
          </a:solidFill>
          <a:ln w="12700">
            <a:solidFill>
              <a:srgbClr val="0F6E7A"/>
            </a:solidFill>
            <a:prstDash val="solid"/>
          </a:ln>
        </p:spPr>
      </p:sp>
      <p:pic>
        <p:nvPicPr>
          <p:cNvPr id="6" name="Image 0" descr="/home/claude/work/icons/gitPullRequ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6733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1792224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checks progress on frontend and backend, and asks Tahsin to review main and open a PR — the CI/CD pipeline merges automatically once checks pass.</a:t>
            </a:r>
            <a:endParaRPr lang="en-US" sz="1130" dirty="0"/>
          </a:p>
        </p:txBody>
      </p:sp>
      <p:sp>
        <p:nvSpPr>
          <p:cNvPr id="9" name="Shape 6"/>
          <p:cNvSpPr/>
          <p:nvPr/>
        </p:nvSpPr>
        <p:spPr>
          <a:xfrm>
            <a:off x="731520" y="2944368"/>
            <a:ext cx="0" cy="932688"/>
          </a:xfrm>
          <a:prstGeom prst="line">
            <a:avLst/>
          </a:prstGeom>
          <a:noFill/>
          <a:ln w="15875">
            <a:solidFill>
              <a:srgbClr val="B9D6D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2920" y="2487168"/>
            <a:ext cx="457200" cy="457200"/>
          </a:xfrm>
          <a:prstGeom prst="ellipse">
            <a:avLst/>
          </a:prstGeom>
          <a:solidFill>
            <a:srgbClr val="E8F3F4"/>
          </a:solidFill>
          <a:ln w="12700">
            <a:solidFill>
              <a:srgbClr val="0F6E7A"/>
            </a:solidFill>
            <a:prstDash val="solid"/>
          </a:ln>
        </p:spPr>
      </p:sp>
      <p:pic>
        <p:nvPicPr>
          <p:cNvPr id="11" name="Image 1" descr="/home/claude/work/icons/message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60604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2468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143000" y="2724912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 acknowledges: “okay bro.”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731520" y="3877056"/>
            <a:ext cx="0" cy="932688"/>
          </a:xfrm>
          <a:prstGeom prst="line">
            <a:avLst/>
          </a:prstGeom>
          <a:noFill/>
          <a:ln w="15875">
            <a:solidFill>
              <a:srgbClr val="B9D6D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419856"/>
            <a:ext cx="457200" cy="457200"/>
          </a:xfrm>
          <a:prstGeom prst="ellipse">
            <a:avLst/>
          </a:prstGeom>
          <a:solidFill>
            <a:srgbClr val="E8F3F4"/>
          </a:solidFill>
          <a:ln w="12700">
            <a:solidFill>
              <a:srgbClr val="0F6E7A"/>
            </a:solidFill>
            <a:prstDash val="solid"/>
          </a:ln>
        </p:spPr>
      </p:sp>
      <p:pic>
        <p:nvPicPr>
          <p:cNvPr id="16" name="Image 2" descr="/home/claude/work/icons/serv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538728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43000" y="34015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9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43000" y="36576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 reports the frontend is essentially done and pivots the thread to backend status — asking Tahsin to help integrate the ML/AI microservices and the database.</a:t>
            </a:r>
            <a:endParaRPr lang="en-US" sz="1130" dirty="0"/>
          </a:p>
        </p:txBody>
      </p:sp>
      <p:sp>
        <p:nvSpPr>
          <p:cNvPr id="19" name="Shape 14"/>
          <p:cNvSpPr/>
          <p:nvPr/>
        </p:nvSpPr>
        <p:spPr>
          <a:xfrm>
            <a:off x="731520" y="4809744"/>
            <a:ext cx="0" cy="932688"/>
          </a:xfrm>
          <a:prstGeom prst="line">
            <a:avLst/>
          </a:prstGeom>
          <a:noFill/>
          <a:ln w="15875">
            <a:solidFill>
              <a:srgbClr val="B9D6D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2920" y="4352544"/>
            <a:ext cx="457200" cy="457200"/>
          </a:xfrm>
          <a:prstGeom prst="ellipse">
            <a:avLst/>
          </a:prstGeom>
          <a:solidFill>
            <a:srgbClr val="E8F3F4"/>
          </a:solidFill>
          <a:ln w="12700">
            <a:solidFill>
              <a:srgbClr val="0F6E7A"/>
            </a:solidFill>
            <a:prstDash val="solid"/>
          </a:ln>
        </p:spPr>
      </p:sp>
      <p:pic>
        <p:nvPicPr>
          <p:cNvPr id="21" name="Image 3" descr="/home/claude/work/icons/message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4471416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43000" y="433425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43000" y="45902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Tahsin’s last word in the thread: “Okay bro.” — the Slack log goes quiet from here.</a:t>
            </a:r>
            <a:endParaRPr lang="en-US" sz="1130" dirty="0"/>
          </a:p>
        </p:txBody>
      </p:sp>
      <p:sp>
        <p:nvSpPr>
          <p:cNvPr id="24" name="Shape 18"/>
          <p:cNvSpPr/>
          <p:nvPr/>
        </p:nvSpPr>
        <p:spPr>
          <a:xfrm>
            <a:off x="502920" y="5285232"/>
            <a:ext cx="457200" cy="457200"/>
          </a:xfrm>
          <a:prstGeom prst="ellipse">
            <a:avLst/>
          </a:prstGeom>
          <a:solidFill>
            <a:srgbClr val="E8F3F4"/>
          </a:solidFill>
          <a:ln w="12700">
            <a:solidFill>
              <a:srgbClr val="0F6E7A"/>
            </a:solidFill>
            <a:prstDash val="solid"/>
          </a:ln>
        </p:spPr>
      </p:sp>
      <p:pic>
        <p:nvPicPr>
          <p:cNvPr id="25" name="Image 4" descr="/home/claude/work/icons/circle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5404104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43000" y="52669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1143000" y="5522976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3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FastAPI backend, ML microservice, data loader and a green CI/CD pipeline all land on main — documented in SPRINT4.md.</a:t>
            </a:r>
            <a:endParaRPr lang="en-US" sz="1130" dirty="0"/>
          </a:p>
        </p:txBody>
      </p:sp>
      <p:sp>
        <p:nvSpPr>
          <p:cNvPr id="28" name="Shape 21"/>
          <p:cNvSpPr/>
          <p:nvPr/>
        </p:nvSpPr>
        <p:spPr>
          <a:xfrm>
            <a:off x="7635240" y="1600200"/>
            <a:ext cx="4050792" cy="3931920"/>
          </a:xfrm>
          <a:prstGeom prst="roundRect">
            <a:avLst>
              <a:gd name="adj" fmla="val 1395"/>
            </a:avLst>
          </a:prstGeom>
          <a:solidFill>
            <a:srgbClr val="0E4C57"/>
          </a:solidFill>
          <a:ln w="12700">
            <a:solidFill>
              <a:srgbClr val="0E4C57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7909560" y="18105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TRACK PROGRESS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7909560" y="2212848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(#299) still handles day-to-day coordination, but this sprint’s thread stayed short — a handful of check-ins rather than a detailed log.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7909560" y="3310128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Notion Sprint Tracker and this SPRINT4.md report remain the source of truth for what actually shipped — objectives, completion % and retrospectives, reported here each week.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1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&amp; Microservices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github.com/DarkMonarch1/NSU_CSE299_SEC10_ITN — SPRINT4.md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57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FastAPI backend now exposes /health, /alumni/19th|20th|21st, /companies/list, /jobs, /jobs/{slug}, /ml/cv-analysis and /ml/job-trust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ML microservice runs on its own port (8001) for CV scoring and job-fraud trust classification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 route in the main backend forwards ML requests to that microservice, and falls back to built-in analysis if it's unreachable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surface is documented directly in SPRINT4.md, alongside setup and run instructions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298448"/>
            <a:ext cx="5696712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7" name="Image 0" descr="/mnt/user-data/uploads/Screenshot_2026-08-19_23542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35608"/>
            <a:ext cx="5422392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2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ML Microservice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NSU_CSE299_SEC10_ITN/app/ml_main.py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57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FastAPI app (“CareerSetu ML Service”), separate from the main backend so it can run, fail, or scale independently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CVAnalysisInput/Output models score a resume against a target role: match score, missing skills and improvement suggestions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JobTrustAnalysisInput/Output models power /ml/job-trust: a trust score and a risk label for every job listing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schemas are typed with Pydantic, keeping the contract explicit between the ML service and the main API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298448"/>
            <a:ext cx="5696712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7" name="Image 0" descr="/mnt/user-data/uploads/Screenshot_2026-08-19_23534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35608"/>
            <a:ext cx="5422392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3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Models Behind Every Page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NSU_CSE299_SEC10_ITN/app/schemas.py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57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UserCreate, UserLogin and UserResponse schemas back real authentication — no more mock login state on the frontend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AlumniResponse mirrors the frontend's alumni cards: NSU ID, degree, batch, procession, department, CGPA, current company &amp; role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lines of typed Pydantic models keep the API contract aligned with the TypeScript types built back in Sprint 3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defaults (department, CGPA, company) keep records realistic while more real data is still being loaded 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298448"/>
            <a:ext cx="5696712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7" name="Image 0" descr="/mnt/user-data/uploads/Screenshot_2026-08-19_2354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35608"/>
            <a:ext cx="5422392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4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— All Green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 Actions — NSU_CSE299_SEC10_ITN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57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now runs two jobs on every push: Next.js frontend compilation and a backend/database Pytest suite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build succeeds in 31s; backend &amp; database unit tests succeed in 13s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integration smoke-tests both services together, mirroring a local docker compose up --build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first added in Sprint 2 now covers backend and ML service code, not just the frontend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298448"/>
            <a:ext cx="5696712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7" name="Image 0" descr="/home/claude/work/gh_frontend_cr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63040"/>
            <a:ext cx="2628900" cy="2148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126480" y="3666744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Frontend Compilation — 31s</a:t>
            </a:r>
            <a:endParaRPr lang="en-US" sz="900" dirty="0"/>
          </a:p>
        </p:txBody>
      </p:sp>
      <p:pic>
        <p:nvPicPr>
          <p:cNvPr id="9" name="Image 1" descr="/home/claude/work/gh_backend_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919972" y="1463040"/>
            <a:ext cx="2628900" cy="21488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19972" y="3666744"/>
            <a:ext cx="2628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&amp; Database Unit Tests — 13s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5 OF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Tracking in Notion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 — Sprint Tracker (299 [ITN])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57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(Aug 4 – 10) is logged at 70% In Progress, High priority, across a 1-week window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 notes stay candid: the sprint started late — other coursework and midterm exams cramped the schedule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tie straight to backend work: AI/ML microservice integration with a proper database, tagged Database / Backend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3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tracker that logged three straight 100% sprints keeps this one honest about the slip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298448"/>
            <a:ext cx="5696712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7" name="Image 0" descr="/mnt/user-data/uploads/Screenshot_2026-08-19_23522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35608"/>
            <a:ext cx="5422392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REVIEW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Communication — Slack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8A8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— Team Nexus / #299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5257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#299 thread carries Sprint 4's coordination — noticeably shorter and quieter than Sprint 3's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2: Jihan checks frontend/backend progress and asks for a review + PR before merging; Tahsin acknowledges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9: Jihan flags backend and DB status directly, asking Tahsin to help wire in the ML/AI microservices; confirms the frontend is effectively done</a:t>
            </a:r>
            <a:endParaRPr lang="en-US" sz="1300" dirty="0"/>
          </a:p>
          <a:p>
            <a:pPr marL="228600" indent="-228600">
              <a:lnSpc>
                <a:spcPct val="125000"/>
              </a:lnSpc>
              <a:spcAft>
                <a:spcPts val="1400"/>
              </a:spcAft>
              <a:buSzPct val="100000"/>
              <a:buChar char="▪"/>
            </a:pPr>
            <a:r>
              <a:rPr lang="en-US" sz="13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14: Tahsin's last update in the thread is a brief “Okay bro.” — most of the actual backend work landed in commits, not chat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89320" y="1298448"/>
            <a:ext cx="5696712" cy="4846320"/>
          </a:xfrm>
          <a:prstGeom prst="roundRect">
            <a:avLst>
              <a:gd name="adj" fmla="val 11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7" name="Image 0" descr="/mnt/user-data/uploads/Screenshot_2026-08-19_23525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435608"/>
            <a:ext cx="5422392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Issues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11183112" cy="914400"/>
        </p:xfrm>
        <a:graphic>
          <a:graphicData uri="http://schemas.openxmlformats.org/drawingml/2006/table">
            <a:tbl>
              <a:tblPr/>
              <a:tblGrid>
                <a:gridCol w="4160520"/>
                <a:gridCol w="1417320"/>
                <a:gridCol w="1417320"/>
                <a:gridCol w="41879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7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4 slipped past its Aug 10 deadline — still 70% in the tracker as of this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the remaining frontend-wiring work into Sprint 5 rather than extending Sprint 4 further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the lead (DarkMonarch1) has authored the backend, ML service and CI/CD commits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 the Sprint 3 mitigation forward — assign Tahsin concrete backend tickets, not just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exams have now delayed three sprints in a 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45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Sprint 4/5 marked High priority, with daily Slack syncs until the backend catches 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 tracker (70%) and the shipped code (fully documented, CI green) disagree on completion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1D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C2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the tracker to match SPRINT4.md before Sprint 5 kicks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risks carried since Sprint 3 — single contributor, exam overlap — are now three sprints running. They're tracked, not hidden.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Went Well, What We're Improving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40680" cy="3566160"/>
          </a:xfrm>
          <a:prstGeom prst="roundRect">
            <a:avLst>
              <a:gd name="adj" fmla="val 1538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5" name="Image 0" descr="/home/claude/work/icons/circleCheckG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9164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709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9E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WENT WELL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fully wired: health, alumni, companies, jobs and ML routes all live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separate ML microservice, reachable through a proxy with a safe fallback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loader replaces static mocks with actual convocation &amp; company CSVs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1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now tests backend and frontend together via Docker Compose, not just the frontend</a:t>
            </a:r>
            <a:endParaRPr lang="en-US" sz="1180" dirty="0"/>
          </a:p>
        </p:txBody>
      </p:sp>
      <p:sp>
        <p:nvSpPr>
          <p:cNvPr id="8" name="Shape 5"/>
          <p:cNvSpPr/>
          <p:nvPr/>
        </p:nvSpPr>
        <p:spPr>
          <a:xfrm>
            <a:off x="6190488" y="1508760"/>
            <a:ext cx="5477256" cy="3566160"/>
          </a:xfrm>
          <a:prstGeom prst="roundRect">
            <a:avLst>
              <a:gd name="adj" fmla="val 1538"/>
            </a:avLst>
          </a:prstGeom>
          <a:solidFill>
            <a:srgbClr val="FCF1DD"/>
          </a:solidFill>
          <a:ln w="12700">
            <a:solidFill>
              <a:srgbClr val="FCF1DD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pic>
        <p:nvPicPr>
          <p:cNvPr id="9" name="Image 1" descr="/home/claude/work/icons/lightbul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169164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30568" y="1709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64808" y="2148840"/>
            <a:ext cx="50292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slipped past its window again — Notion still shows 70% though the code is essentially complete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Tahsin's involvement stayed at acknowledgment level (“okay bro”) rather than authored commits</a:t>
            </a:r>
            <a:endParaRPr lang="en-US" sz="1180" dirty="0"/>
          </a:p>
          <a:p>
            <a:pPr marL="228600" indent="-228600">
              <a:lnSpc>
                <a:spcPct val="125000"/>
              </a:lnSpc>
              <a:spcAft>
                <a:spcPts val="1200"/>
              </a:spcAft>
              <a:buSzPct val="100000"/>
              <a:buChar char="▪"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still runs on mock data day-to-day; wiring it to these new endpoints is now the critical path</a:t>
            </a:r>
            <a:endParaRPr lang="en-US" sz="1180" dirty="0"/>
          </a:p>
        </p:txBody>
      </p:sp>
      <p:sp>
        <p:nvSpPr>
          <p:cNvPr id="12" name="Shape 8"/>
          <p:cNvSpPr/>
          <p:nvPr/>
        </p:nvSpPr>
        <p:spPr>
          <a:xfrm>
            <a:off x="502920" y="5257800"/>
            <a:ext cx="11155680" cy="868680"/>
          </a:xfrm>
          <a:prstGeom prst="roundRect">
            <a:avLst>
              <a:gd name="adj" fmla="val 5263"/>
            </a:avLst>
          </a:prstGeom>
          <a:solidFill>
            <a:srgbClr val="0E4C57"/>
          </a:solidFill>
          <a:ln w="12700">
            <a:solidFill>
              <a:srgbClr val="0E4C5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7240" y="533095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2377440" y="533095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completion (per tracker) — backend, ML microservice and CI/CD shipped and verified; frontend wiring carries into Sprint 5.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  ·  SPRINT 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Sprint: Connecting Frontend to Live Data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11183112" cy="777240"/>
          </a:xfrm>
          <a:prstGeom prst="roundRect">
            <a:avLst>
              <a:gd name="adj" fmla="val 4706"/>
            </a:avLst>
          </a:prstGeom>
          <a:solidFill>
            <a:srgbClr val="0E4C57"/>
          </a:solidFill>
          <a:ln w="12700">
            <a:solidFill>
              <a:srgbClr val="0E4C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830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frontend to these API endpoints and replace mock dataset imports with live HTTP requests.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&amp; META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3108960"/>
            <a:ext cx="6492240" cy="2514600"/>
          </a:xfrm>
          <a:prstGeom prst="roundRect">
            <a:avLst>
              <a:gd name="adj" fmla="val 2182"/>
            </a:avLst>
          </a:prstGeom>
          <a:solidFill>
            <a:srgbClr val="E8F3F4"/>
          </a:solidFill>
          <a:ln w="12700">
            <a:solidFill>
              <a:srgbClr val="E8F3F4"/>
            </a:solidFill>
            <a:prstDash val="solid"/>
          </a:ln>
          <a:effectLst>
            <a:outerShdw sx="100000" sy="100000" kx="0" ky="0" algn="bl" rotWithShape="0" blurRad="88900" dist="25400" dir="5400000">
              <a:srgbClr val="1C2B2D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29184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584448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— alumni, jobs, companies, CV grooming, job-trust — reading from the real FastAPI + ML backend instead of static mock data.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777240" y="4251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54456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Jihanur Rahman Ratul &amp; Tahsin Ahmed Sufol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777240" y="4892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783080" y="4873752"/>
            <a:ext cx="91440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D645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48737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926080" y="48920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520440" y="4873752"/>
            <a:ext cx="210312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48737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Integration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78040" y="3108960"/>
            <a:ext cx="4507992" cy="2514600"/>
          </a:xfrm>
          <a:prstGeom prst="roundRect">
            <a:avLst>
              <a:gd name="adj" fmla="val 1818"/>
            </a:avLst>
          </a:prstGeom>
          <a:solidFill>
            <a:srgbClr val="FCF1DD"/>
          </a:solidFill>
          <a:ln w="12700">
            <a:solidFill>
              <a:srgbClr val="FCF1DD"/>
            </a:solidFill>
            <a:prstDash val="solid"/>
          </a:ln>
        </p:spPr>
      </p:sp>
      <p:pic>
        <p:nvPicPr>
          <p:cNvPr id="20" name="Image 0" descr="/home/claude/work/icons/triangle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3310128"/>
            <a:ext cx="310896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06640" y="3730752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delivered its full documented scope, but slipped past the Aug 10 window. Sprint 5 inherits both the frontend-wiring work and the discipline of getting Tahsin actively committing code, not just reviewing it.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6492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CareerSetu  |  Sprint 4 Weekly Review  |  CSE299 Sec.10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774375" y="6492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4C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914400"/>
            <a:ext cx="2011680" cy="201168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182880"/>
            <a:ext cx="1371600" cy="137160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1554480" cy="155448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029200"/>
            <a:ext cx="1097280" cy="1097280"/>
          </a:xfrm>
          <a:prstGeom prst="ellipse">
            <a:avLst/>
          </a:prstGeom>
          <a:solidFill>
            <a:srgbClr val="0F6E7A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684368" y="1417320"/>
            <a:ext cx="822960" cy="8229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7" name="Image 0" descr="/home/claude/work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6392" y="160934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0" y="242316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0" y="32004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feedback, ITN Sir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889608" y="3886200"/>
            <a:ext cx="8412480" cy="1554480"/>
          </a:xfrm>
          <a:prstGeom prst="roundRect">
            <a:avLst>
              <a:gd name="adj" fmla="val 2941"/>
            </a:avLst>
          </a:prstGeom>
          <a:solidFill>
            <a:srgbClr val="0B3D45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63928" y="40416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RUBRIC &amp; OPEN QUESTIONS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163928" y="437083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backend and ML microservice architecture at the depth you’d expect before frontend integration, and does treating Sprint 5 as “connect the dots” match the scope you’d want to see for the time remaining?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8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CSE299  ·  North South University  ·  Section 10  ·  Team Nexus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2026-08-19T18:41:52Z</dcterms:created>
  <dcterms:modified xsi:type="dcterms:W3CDTF">2026-08-19T18:41:52Z</dcterms:modified>
</cp:coreProperties>
</file>