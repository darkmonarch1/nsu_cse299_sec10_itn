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02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2377440" cy="23774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2377440"/>
            <a:ext cx="1280160" cy="128016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365760" y="2926080"/>
            <a:ext cx="1463040" cy="14630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212080"/>
            <a:ext cx="1645920" cy="164592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sprint2/icons/flagCheck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SECTION 10  ·  TEAM NEXUS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Weekly Project Review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Setup, Branching Strategy &amp; a Live CI/CD Pipeline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E4C57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SNAPSHOT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3977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July 13 – 21, 2026     |     Status: Completed · 100%     |     Priority: High     |     Duration: 1 week, 1 day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480560"/>
            <a:ext cx="10424160" cy="0"/>
          </a:xfrm>
          <a:prstGeom prst="line">
            <a:avLst/>
          </a:prstGeom>
          <a:noFill/>
          <a:ln w="9525">
            <a:solidFill>
              <a:srgbClr val="0F6E7A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76402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6360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2412800642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— Repository, CI/CD &amp; DevOps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68680" y="542239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529437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Ahmed Sufol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Testing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ITN Sir  ·  CareerSetu — NSU Alumni-Industry Bridge Platform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CareerSetu,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is an AI-powered alumni–industry bridge platform for North South University — verified profiles, AI CV grooming, smart job matching, and scam-free hiring.</a:t>
            </a:r>
            <a:endParaRPr lang="en-US" sz="1350" dirty="0"/>
          </a:p>
          <a:p>
            <a:pPr marL="177800" indent="-1778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two sprints into building the foundation: data collection is done, and as of this week our codebase has a real repository, a branching workflow, and an automated CI/CD pipeline behind it.</a:t>
            </a:r>
            <a:endParaRPr lang="en-US" sz="1350" dirty="0"/>
          </a:p>
          <a:p>
            <a:pPr marL="177800" indent="-177800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Sprint 2 (July 13–21) and previews Sprint 3, now underway.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892040" cy="4572000"/>
          </a:xfrm>
          <a:prstGeom prst="roundRect">
            <a:avLst>
              <a:gd name="adj" fmla="val 2000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0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2642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 – 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369296" y="2359152"/>
            <a:ext cx="101498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2E9E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9296" y="235915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29352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NSU alumni &amp; company datasets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040880" y="3410712"/>
            <a:ext cx="4343400" cy="0"/>
          </a:xfrm>
          <a:prstGeom prst="line">
            <a:avLst/>
          </a:prstGeom>
          <a:noFill/>
          <a:ln w="6350">
            <a:solidFill>
              <a:srgbClr val="0F6E7A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593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 – 21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369296" y="3621024"/>
            <a:ext cx="101498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2E9E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9296" y="36210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3593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4197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branching strategy &amp; CI/CD pipeline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040880" y="4672584"/>
            <a:ext cx="4343400" cy="0"/>
          </a:xfrm>
          <a:prstGeom prst="line">
            <a:avLst/>
          </a:prstGeom>
          <a:noFill/>
          <a:ln w="6350">
            <a:solidFill>
              <a:srgbClr val="0F6E7A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8554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– 27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04704" y="4882896"/>
            <a:ext cx="117957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488289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40880" y="54589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code for the alumni platform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·  JULY 13 – 21, 2026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&amp; Key Deliverables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0B3D45"/>
          </a:solidFill>
          <a:ln w="12700">
            <a:solidFill>
              <a:srgbClr val="0B3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OBJECTIVE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our project repository, have the team lead publish and own it, then push our code into it behind a valid CI/CD pipeline — with a sample app to prove the pipeline actually works.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repository with a clear structure (app/, tests/, workflows/) and a defined governance model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feature-branch + pull-request workflow so code lands on main safely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CI/CD pipeline that tests, builds and smoke-tests every change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FastAPI "sample app" to prove the pipeline end-to-end before real features are built on top of 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3017520"/>
            <a:ext cx="4206240" cy="3154680"/>
          </a:xfrm>
          <a:prstGeom prst="roundRect">
            <a:avLst>
              <a:gd name="adj" fmla="val 2899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08392" y="320040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08392" y="3520440"/>
            <a:ext cx="159105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2E9E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35204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· 100%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436608" y="3520440"/>
            <a:ext cx="134416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4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352044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08392" y="3886200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0F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38862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Dev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78240" y="3886200"/>
            <a:ext cx="117957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8862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Design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08392" y="4297680"/>
            <a:ext cx="3694176" cy="0"/>
          </a:xfrm>
          <a:prstGeom prst="line">
            <a:avLst/>
          </a:prstGeom>
          <a:noFill/>
          <a:ln w="6350">
            <a:solidFill>
              <a:srgbClr val="0F6E7A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4434840"/>
            <a:ext cx="3694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0B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and 1 day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(lead), reviewed with Tahsin Ahmed Sufol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Week Unfolded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12064" cy="512064"/>
          </a:xfrm>
          <a:prstGeom prst="ellipse">
            <a:avLst/>
          </a:prstGeom>
          <a:solidFill>
            <a:srgbClr val="0F6E7A"/>
          </a:solidFill>
          <a:ln/>
        </p:spPr>
      </p:sp>
      <p:pic>
        <p:nvPicPr>
          <p:cNvPr id="7" name="Image 0" descr="/home/claude/sprint2/icons/calendar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5" y="181453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5506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24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94560" y="1618488"/>
            <a:ext cx="5166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lays out the Week 2–3 plan in Slack: build a prototype web UI and stand up a CI/CD pipeline so publishing code and opening pull requests is automated.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58952" y="2221992"/>
            <a:ext cx="0" cy="548640"/>
          </a:xfrm>
          <a:prstGeom prst="line">
            <a:avLst/>
          </a:prstGeom>
          <a:noFill/>
          <a:ln w="15875">
            <a:solidFill>
              <a:srgbClr val="0F6E7A">
                <a:alpha val="60000"/>
              </a:srgbClr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02920" y="277063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sprint2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5" y="289352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73405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26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194560" y="2697480"/>
            <a:ext cx="5166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acknowledges and stays ready to contribute once the repository is live.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758952" y="3300984"/>
            <a:ext cx="0" cy="548640"/>
          </a:xfrm>
          <a:prstGeom prst="line">
            <a:avLst/>
          </a:prstGeom>
          <a:noFill/>
          <a:ln w="15875">
            <a:solidFill>
              <a:srgbClr val="0F6E7A">
                <a:alpha val="60000"/>
              </a:srgbClr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02920" y="3849624"/>
            <a:ext cx="512064" cy="512064"/>
          </a:xfrm>
          <a:prstGeom prst="ellipse">
            <a:avLst/>
          </a:prstGeom>
          <a:solidFill>
            <a:srgbClr val="0F6E7A"/>
          </a:solidFill>
          <a:ln/>
        </p:spPr>
      </p:sp>
      <p:pic>
        <p:nvPicPr>
          <p:cNvPr id="17" name="Image 2" descr="/home/claude/sprint2/icons/code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15" y="39725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8130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2–3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194560" y="3776472"/>
            <a:ext cx="5166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repository, Dockerfile, sample FastAPI app and GitHub Actions workflow all land on main; the branching strategy is tested on a working branch before the first pull request.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758952" y="4379976"/>
            <a:ext cx="0" cy="548640"/>
          </a:xfrm>
          <a:prstGeom prst="line">
            <a:avLst/>
          </a:prstGeom>
          <a:noFill/>
          <a:ln w="15875">
            <a:solidFill>
              <a:srgbClr val="0F6E7A">
                <a:alpha val="60000"/>
              </a:srgbClr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502920" y="492861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sprint2/icons/list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15" y="5051511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489204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2194560" y="4855464"/>
            <a:ext cx="5166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asks Tahsin to review main and open a PR for anything new — from here, the CI/CD pipeline tests and merges automatically once checks pass.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772668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982712" y="1920240"/>
            <a:ext cx="548640" cy="548640"/>
          </a:xfrm>
          <a:prstGeom prst="ellipse">
            <a:avLst/>
          </a:prstGeom>
          <a:solidFill>
            <a:srgbClr val="0F6E7A"/>
          </a:solidFill>
          <a:ln/>
        </p:spPr>
      </p:sp>
      <p:pic>
        <p:nvPicPr>
          <p:cNvPr id="27" name="Image 4" descr="/home/claude/sprint2/icons/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386" y="205191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82712" y="26060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PROGRESS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982712" y="2907792"/>
            <a:ext cx="34198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(#299) handles day-to-day coordination and task hand-offs. The Notion Sprint Tracker is the source of truth for objectives, deliverables, completion % and retrospectives — reported here each week.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1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Setup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DarkMonarch1 / NSU_CSE299_SEC10_ITN on GitHub, public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into app/, tests/, and .github/workflows/, plus a README, MIT license, and the project proposal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About section documents purpose and governance: the lead reviews and merges every pull request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SPRINT2.md tracks this sprint’s implementation notes directly in-repo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75739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447141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6613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github.com/DarkMonarch1/NSU_CSE299_SEC10_ITN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984248"/>
            <a:ext cx="724479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3964" y="2108715"/>
            <a:ext cx="7235647" cy="3884155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3_020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22431"/>
            <a:ext cx="7208215" cy="3856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2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&amp; Branching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the protected default branch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happens on a feature branch first — this sprint: Testing-branch-before-creating-pull-requests-to-main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proposed as a pull request rather than pushed directly to main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CI/CD pipeline runs automatically on every PR and merges once checks pass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75739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447141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6613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github.com/.../NSU_CSE299_SEC10_ITN/branches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984248"/>
            <a:ext cx="724479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3964" y="2271222"/>
            <a:ext cx="7235647" cy="3559140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2_161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84938"/>
            <a:ext cx="7208215" cy="3531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3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(GitHub Actions)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automatically on every push and pull request to main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job: checks out the code, sets up Python 3.12, installs dependencies, then runs pytest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build-and-push job: runs after tests pass — builds the Docker image and smoke-tests the running container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.github/workflows/ci-cd.yml — 37 lines of YAML, fully version-controlled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75739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447141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6613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.github/workflows/ci-cd.yml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984248"/>
            <a:ext cx="724479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3964" y="2096253"/>
            <a:ext cx="7235647" cy="3909077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3_0202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09969"/>
            <a:ext cx="7208215" cy="3881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4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The Sample App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FastAPI service (app/main.py) built to prove the pipeline end-to-end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and GET / both return a typed HealthResponse (Pydantic model)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CI/CD pipeline builds into a Docker image and smoke-tests automatically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this pattern is proven, real CareerSetu backend endpoints plug into the same pipeline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75739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447141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6613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984248"/>
            <a:ext cx="724479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3964" y="2102504"/>
            <a:ext cx="7235647" cy="3896576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3_0204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16220"/>
            <a:ext cx="7208215" cy="3869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5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Tracking in Notion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is logged with objective, key deliverables, tags, completion %, priority and retrospective notes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is marked Completed at 100%, high priority, 1 week and 1 day duration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notes stay honest — e.g. flagging that CI/CD setup needed to continue into this week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the single source of truth this weekly report is built from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75739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447141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6613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— Sprint Tracker (299 [ITN])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1984248"/>
            <a:ext cx="724479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8853" y="2080260"/>
            <a:ext cx="6985870" cy="3941064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3_0246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569" y="2093976"/>
            <a:ext cx="6958438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6 OF 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Review — Slack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Nexus workspace, #299 channel — one running thread per week keeps history easy to review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24: Jihan lays out the Week 2–3 plan (prototype UI + CI/CD pipeline) and assigns next steps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26: Tahsin confirms and stays ready to pick up work once the repo is live</a:t>
            </a:r>
            <a:endParaRPr lang="en-US" sz="1180" dirty="0"/>
          </a:p>
          <a:p>
            <a:pPr marL="177800" indent="-177800">
              <a:lnSpc>
                <a:spcPct val="124000"/>
              </a:lnSpc>
              <a:spcAft>
                <a:spcPts val="13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Jihan confirms the pipeline is live and asks for a code review before the first PR into main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937760" y="1600200"/>
            <a:ext cx="67510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7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1755648"/>
            <a:ext cx="91440" cy="914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7"/>
          <p:cNvSpPr/>
          <p:nvPr/>
        </p:nvSpPr>
        <p:spPr>
          <a:xfrm>
            <a:off x="5294376" y="17556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468112" y="1755648"/>
            <a:ext cx="91440" cy="91440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673352"/>
            <a:ext cx="5790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Team Nexus / #299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1984248"/>
            <a:ext cx="6421831" cy="0"/>
          </a:xfrm>
          <a:prstGeom prst="line">
            <a:avLst/>
          </a:prstGeom>
          <a:noFill/>
          <a:ln w="9525">
            <a:solidFill>
              <a:srgbClr val="DCE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6716" y="2080260"/>
            <a:ext cx="5933103" cy="3941064"/>
          </a:xfrm>
          <a:prstGeom prst="rect">
            <a:avLst/>
          </a:prstGeom>
          <a:ln w="12700">
            <a:solidFill>
              <a:srgbClr val="DCE6E7"/>
            </a:solidFill>
            <a:prstDash val="solid"/>
          </a:ln>
        </p:spPr>
      </p:sp>
      <p:pic>
        <p:nvPicPr>
          <p:cNvPr id="14" name="Image 0" descr="/mnt/user-data/uploads/Screenshot_2026-08-02_160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32" y="2093976"/>
            <a:ext cx="5905671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Issues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40233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Two-person team vs. project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per-sprint scoping and a lead-managed review cadence keep work unblocked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contributor has merged to main so far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PR + CI/CD workflow brings the second contributor’s commits in starting Sprint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exams overlapping sprint 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surfaced in the Sprint 3 retrospective; buffer days added to upcoming sprints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vs. CI environment drift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containerization keeps local and pipeline environments identical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stays proactive rather than reactive — we track it every sprint so nothing here becomes a surprise.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Well, What We’re Improving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1865376"/>
            <a:ext cx="502920" cy="502920"/>
          </a:xfrm>
          <a:prstGeom prst="ellipse">
            <a:avLst/>
          </a:prstGeom>
          <a:solidFill>
            <a:srgbClr val="2E9E97"/>
          </a:solidFill>
          <a:ln/>
        </p:spPr>
      </p:sp>
      <p:pic>
        <p:nvPicPr>
          <p:cNvPr id="8" name="Image 0" descr="/home/claude/sprint2/icons/circle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1986077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8952" y="2560320"/>
            <a:ext cx="49286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scaffolded cleanly with a clear structure from day one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is live, green, and fully automated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gives us environment parity for free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app proved the whole pipeline end-to-end before real backend code touches 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64592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FCF1DD"/>
          </a:solidFill>
          <a:ln w="12700">
            <a:solidFill>
              <a:srgbClr val="FCF1DD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37376" y="186537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/home/claude/sprint2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7" y="1986077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68312" y="195681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55664" y="2560320"/>
            <a:ext cx="49286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setup slipped to the end of the sprint — start pipeline work earlier next time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contributor has merged so far — get the second contributor’s commits flowing via PRs immediately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5330952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0B3D45"/>
          </a:solidFill>
          <a:ln w="12700">
            <a:solidFill>
              <a:srgbClr val="0B3D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3309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2286000" y="533095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completion — all four key deliverables shipped and verified on main.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725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2 Weekly Review  |  CSE299 Sec.10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· SPRINT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Sprint: July 21 – 27, 2026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0B3D45"/>
          </a:solidFill>
          <a:ln w="12700">
            <a:solidFill>
              <a:srgbClr val="0B3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OBJECTIVE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947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front-end code for the Alumni platform.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&amp; META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Deliverable: </a:t>
            </a:r>
            <a:r>
              <a:rPr lang="en-US" sz="12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(alumni platform front end)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 </a:t>
            </a:r>
            <a:r>
              <a:rPr lang="en-US" sz="12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&amp; Tahsin Ahmed Sufol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</a:t>
            </a:r>
            <a:r>
              <a:rPr lang="en-US" sz="12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27,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591056" cy="256032"/>
          </a:xfrm>
          <a:prstGeom prst="roundRect">
            <a:avLst>
              <a:gd name="adj" fmla="val 21429"/>
            </a:avLst>
          </a:prstGeom>
          <a:solidFill>
            <a:srgbClr val="FCF1D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920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Medium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31136" y="4892040"/>
            <a:ext cx="1591056" cy="256032"/>
          </a:xfrm>
          <a:prstGeom prst="roundRect">
            <a:avLst>
              <a:gd name="adj" fmla="val 21429"/>
            </a:avLst>
          </a:prstGeom>
          <a:solidFill>
            <a:srgbClr val="E8F3F4"/>
          </a:solidFill>
          <a:ln w="9525">
            <a:solidFill>
              <a:srgbClr val="0F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1136" y="48920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week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59352" y="4892040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E8F3F4"/>
          </a:solidFill>
          <a:ln w="9525">
            <a:solidFill>
              <a:srgbClr val="0F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Design / Frontend / Docs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2880360"/>
            <a:ext cx="4480560" cy="3246120"/>
          </a:xfrm>
          <a:prstGeom prst="roundRect">
            <a:avLst>
              <a:gd name="adj" fmla="val 2817"/>
            </a:avLst>
          </a:prstGeom>
          <a:solidFill>
            <a:srgbClr val="FCF1DD"/>
          </a:solidFill>
          <a:ln w="12700">
            <a:solidFill>
              <a:srgbClr val="FCF1DD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15784" y="3108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0" descr="/home/claude/sprint2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85" y="322966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4672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70% — IN PROGRESS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34072" y="3749040"/>
            <a:ext cx="3968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has run a little behind schedule because of overlapping academic exams — the same obstacle already logged in our Notion retrospective. The team is aware and has added buffer days to the sprints ahead so this doesn’t compound.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2011680" cy="201168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389120"/>
            <a:ext cx="2377440" cy="23774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365760"/>
            <a:ext cx="731520" cy="73152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572000"/>
            <a:ext cx="1005840" cy="10058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sprint2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4859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feedback, ITN Sir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86888" y="3977640"/>
            <a:ext cx="6217920" cy="1417320"/>
          </a:xfrm>
          <a:prstGeom prst="roundRect">
            <a:avLst>
              <a:gd name="adj" fmla="val 6452"/>
            </a:avLst>
          </a:prstGeom>
          <a:solidFill>
            <a:srgbClr val="0E4C57"/>
          </a:solidFill>
          <a:ln w="12700">
            <a:solidFill>
              <a:srgbClr val="0F6E7A"/>
            </a:solidFill>
            <a:prstDash val="solid"/>
          </a:ln>
          <a:effectLst>
            <a:outerShdw blurRad="88900" dist="25400" dir="5400000" algn="bl" rotWithShape="0">
              <a:srgbClr val="1C2B2D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61208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&amp; OPEN QUESTIONS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61208" y="440740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Risks &amp; Issues framing on the right track, and is the CI/CD pipeline at the level of rigor you expect for this stage of the project?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North South University  ·  Section 10  ·  Team Nexus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1626</Words>
  <Application>Microsoft Office PowerPoint</Application>
  <PresentationFormat>Widescreen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CareerSetu — Sprint 2 Weekly Project Review</dc:title>
  <dc:subject>PptxGenJS Presentation</dc:subject>
  <dc:creator>CareerSetu Team</dc:creator>
  <cp:lastModifiedBy>Dark Monarch</cp:lastModifiedBy>
  <cp:revision>2</cp:revision>
  <dcterms:created xsi:type="dcterms:W3CDTF">2026-08-02T20:57:10Z</dcterms:created>
  <dcterms:modified xsi:type="dcterms:W3CDTF">2026-08-04T13:14:32Z</dcterms:modified>
</cp:coreProperties>
</file>