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291840" cy="329184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SECTION 10  ·  TEAM NEXUS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6 Weekly Project Review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Code Audit — 35 Issues Found, Diagnosed, and Fixed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63538"/>
          </a:solidFill>
          <a:ln w="12700">
            <a:solidFill>
              <a:srgbClr val="2C4C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9776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SNAPSHOT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Aug 18 – 24, 2026     |     Status: Completed · 100%     |     Priority: High     |     Duration: 1 week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28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 (Jihan)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Execution, Security Fixes &amp; Testing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4828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Ahmed Sufol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Support &amp; QA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779008"/>
            <a:ext cx="11064240" cy="0"/>
          </a:xfrm>
          <a:prstGeom prst="line">
            <a:avLst/>
          </a:prstGeom>
          <a:noFill/>
          <a:ln w="12700">
            <a:solidFill>
              <a:srgbClr val="2C4C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925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ITN Sir  ·  CareerSetu — NSU Alumni-Industry Bridge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CareerSetu,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sprints in, CareerSetu has gone from a working backend to an audited one: a full sweep across authentication, authorization, database hygiene and frontend wiring turned up 35 discrepancies — and closed every one of them.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sweep is what Sprint 6 became: not a new feature push, but a systematic pass through a shared checklist — Auth Foundation, RBAC &amp; Authorization, Frontend Wiring, Frontend Polish &amp; UX, and Feature Fixes — verified with automated tests and a manual frontend pass.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Sprint 6 (Aug 18 – 24) — the audit tracker, the 35 fixes it drove, and what's next: choosing a deployment platform and taking CareerSetu live in Sprint 7.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325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0" y="164592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14032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6824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1682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18928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 – 13</a:t>
            </a:r>
            <a:endParaRPr lang="en-US" sz="86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0574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NSU alumni &amp; company datasets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995160" y="2372868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9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14032" y="24094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4094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24094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6197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 – 21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7843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branching strategy &amp; CI/CD pipeline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995160" y="3099816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31363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1363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136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3467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– Aug 3</a:t>
            </a:r>
            <a:endParaRPr lang="en-US" sz="86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35112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10-page Next.js frontend, fully designed &amp; built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995160" y="3826764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9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14032" y="38633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8633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8633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0736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4 – 10</a:t>
            </a:r>
            <a:endParaRPr lang="en-US" sz="86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42382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ML microservice &amp; CI/CD integration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995160" y="4553712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14032" y="459028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45902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45902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4800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 – 17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49651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layer, live API wiring &amp; CI/CD fix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995160" y="528066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14032" y="531723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01000" y="531723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53172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001000" y="55275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18 – 24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8001000" y="56921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security audit — 35 issues found &amp; fixed</a:t>
            </a:r>
            <a:endParaRPr lang="en-US" sz="86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 ·  AUG 18 – 24,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&amp; Key Deliverables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0E4C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0784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full-stack code audit across CareerSetu — authentication, RBAC, database hygiene, frontend wiring and UX — logging every discrepancy in a shared tracker and closing all of them out with tested fixes before moving to deployment.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2735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3127248"/>
            <a:ext cx="6336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AUDIT_FIX_TRACKER.md — a 35-item checklist across 5 phases (Auth Foundation, RBAC &amp; Authorization, Frontend Wiring, Frontend Polish &amp; UX, Feature Fixes), every item checked off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3694176"/>
            <a:ext cx="6336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app/auth_utils.py — real bcrypt hashing, JWT helpers, get_current_user and require_role — closing every flagged auth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407408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4261104"/>
            <a:ext cx="6336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guards, an IDOR fix on /auth/me, query-escaping and input validation added across the admin, jobs and alumni routers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974336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4828032"/>
            <a:ext cx="6336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suite (tests/test_api.py) plus a manual frontend pass — zero TypeScript errors, route guards verified on /admin and /employer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572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26680" y="1874520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E8F3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· 100%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38360" y="187452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BE6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3836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2359152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E8F3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26680" y="23591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04504" y="2359152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E8F3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04504" y="23591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482328" y="2359152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E8F3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82328" y="23591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360152" y="2359152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E8F3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60152" y="23591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8803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30815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— audit ran the full Aug 18–24 window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352044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721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(lead) — audit execution, all 35 fixes &amp; testing, reviewed with Tahsin Ahmed Sufol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42793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Shipped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44805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files (auth_utils.py, .env.example, AUDIT_FIX_TRACKER.md, sprint-6.md) &amp; 14+ updated backend/frontend files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Sprint Unfolded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399032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627632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 5 CI/CD fix — health endpoint + retry loop — is committed, closing the pipeline issue right as the Sprint 6 audit begins.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548640" y="2116836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168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71116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299716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(ahmed.md) replies in Slack — “I didn't find it..” — after searching for the flagged issue.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74320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2971800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and the JWT/DB/CORS config template are committed, closing Phase 1's environment-hardening items.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3461004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61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415284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643884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IDE's task tracker shows the AI-assisted audit still mid-run on Phases 3–5: frontend wiring, polish and feature fixes.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08736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315968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posts in Slack: the audit is fixed, asks Tahsin to review Sprint 6 for bugs, and flags Firebase or Vercel as deployment options.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48640" y="4805172"/>
            <a:ext cx="310896" cy="310896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051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759452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4988052"/>
            <a:ext cx="5623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AUD items are checked off in AUDIT_FIX_TRACKER.md; sprint-6.md documents the pytest suite and frontend verification; Notion marks Sprint 6 Completed at 100%.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635240" y="141732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0E4C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095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PROGRESS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20574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(#299) stays quiet this sprint — most of the work lands directly in commits and the shared audit checklist, not chat.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AUDIT_FIX_TRACKER.md, sprint-6.md and the Notion Sprint Tracker remain the source of truth for what shipped — this week, a fully closed 35-item list.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4251960"/>
            <a:ext cx="3474720" cy="0"/>
          </a:xfrm>
          <a:prstGeom prst="line">
            <a:avLst/>
          </a:prstGeom>
          <a:noFill/>
          <a:ln w="12700">
            <a:solidFill>
              <a:srgbClr val="2C4C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09560" y="4434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AF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deliverable is the audit itself — a systematic checklist treated with the same documentation rigor as a shipped feature.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Tracker — Auth Foundation &amp; RBAC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github.com/DarkMonarch1/NSU_CSE299_SEC10_ITN — AUDIT_FIX_TRACKER.md</a:t>
            </a:r>
            <a:endParaRPr lang="en-US" sz="1050" dirty="0"/>
          </a:p>
        </p:txBody>
      </p:sp>
      <p:pic>
        <p:nvPicPr>
          <p:cNvPr id="5" name="Image 0" descr="/home/claude/crops/audit_phase12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37861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6858000" cy="3786188"/>
          </a:xfrm>
          <a:prstGeom prst="roundRect">
            <a:avLst>
              <a:gd name="adj" fmla="val 966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673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36408" y="1527048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(Auth Foundation) closes 9 items: real bcrypt hashing, a working JWT system, wildcard CORS fixed to explicit origins, hardcoded seed credentials replaced with real hashes, and .env.example added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635240" y="2816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36408" y="2670048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(RBAC &amp; Authorization) closes 8 items: admin &amp; employer endpoints behind role guards, an IDOR fix on /auth/me using JWT identity instead of an email path param, and duplicate-application prevention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635240" y="3959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36408" y="3813048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a checked GitHub checkbox — not a status claim, an auditable, committed record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Tracker — Frontend Wiring, Polish &amp; Feature Fixes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github.com/DarkMonarch1/NSU_CSE299_SEC10_ITN — AUDIT_FIX_TRACKER.md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(Frontend Wiring) closes 5 items: login &amp; signup pages wired to the backend API, and mock data slugs synced with real backend seed data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67004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(Frontend Polish &amp; UX) closes 6 items: error feedback, try/catch on data loaders &amp; localStorage parsing, and disabled non-functional OAuth buttons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959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81304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(Feature Fixes) closes 7 items: admin/employer pages wrapped in ProtectedRoute + role checks, and admin job approval &amp; profile editing wired to the backend</a:t>
            </a:r>
            <a:endParaRPr lang="en-US" sz="1080" dirty="0"/>
          </a:p>
        </p:txBody>
      </p:sp>
      <p:pic>
        <p:nvPicPr>
          <p:cNvPr id="11" name="Image 0" descr="/home/claude/crops/audit_phase345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17320"/>
            <a:ext cx="6537960" cy="361857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20640" y="1417320"/>
            <a:ext cx="6537960" cy="3618579"/>
          </a:xfrm>
          <a:prstGeom prst="roundRect">
            <a:avLst>
              <a:gd name="adj" fmla="val 1011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Hardening &amp; CI/CD Health Checks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NSU_CSE299_SEC10_ITN — .env.example &amp; .github/workflows/ci-cd.yml</a:t>
            </a:r>
            <a:endParaRPr lang="en-US" sz="1050" dirty="0"/>
          </a:p>
        </p:txBody>
      </p:sp>
      <p:pic>
        <p:nvPicPr>
          <p:cNvPr id="5" name="Image 0" descr="/home/claude/crops/cicd_y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75120" cy="3549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6675120" cy="3549280"/>
          </a:xfrm>
          <a:prstGeom prst="roundRect">
            <a:avLst>
              <a:gd name="adj" fmla="val 1031"/>
            </a:avLst>
          </a:prstGeom>
          <a:ln w="12700">
            <a:solidFill>
              <a:srgbClr val="DADFDF"/>
            </a:solidFill>
            <a:prstDash val="solid"/>
          </a:ln>
        </p:spPr>
      </p:sp>
      <p:pic>
        <p:nvPicPr>
          <p:cNvPr id="7" name="Image 1" descr="/home/claude/crops/env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3931920" cy="12342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417320"/>
            <a:ext cx="3931920" cy="1234235"/>
          </a:xfrm>
          <a:prstGeom prst="roundRect">
            <a:avLst>
              <a:gd name="adj" fmla="val 2963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589520" y="2907587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90688" y="2761283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documents the JWT secret/expiry, database URL, ML service URL and CORS origins — the audit's missing environment template (AUD-33)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589520" y="3748835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90688" y="3602531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ci-cd.yml's health-check step still polls both services every 2s for up to 60 attempts before failing — the Sprint 5 fix stays intact through this sprint's audit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589520" y="4590083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90688" y="4443779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close Phase 1's infra items: no more wildcard CORS, no more blind sleep 12, and a documented config surface ahead of deployment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Audit Execution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IDE — Task Tracker  &amp;  GitHub — CI/CD Commit Review</a:t>
            </a:r>
            <a:endParaRPr lang="en-US" sz="1050" dirty="0"/>
          </a:p>
        </p:txBody>
      </p:sp>
      <p:pic>
        <p:nvPicPr>
          <p:cNvPr id="5" name="Image 0" descr="/home/claude/crops/commit_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447288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3447288" cy="3017520"/>
          </a:xfrm>
          <a:prstGeom prst="roundRect">
            <a:avLst>
              <a:gd name="adj" fmla="val 1212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480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review: health-check fix (ml_main.py + ci-cd.yml)</a:t>
            </a:r>
            <a:endParaRPr lang="en-US" sz="900" dirty="0"/>
          </a:p>
        </p:txBody>
      </p:sp>
      <p:pic>
        <p:nvPicPr>
          <p:cNvPr id="8" name="Image 1" descr="/home/claude/crops/antigravity_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5010912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80560" y="1417320"/>
            <a:ext cx="5010912" cy="3017520"/>
          </a:xfrm>
          <a:prstGeom prst="roundRect">
            <a:avLst>
              <a:gd name="adj" fmla="val 1212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448056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IDE — audit task tracker, mid-run (Aug 24)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48640" y="5102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49808" y="4956048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runs the audit through Antigravity IDE's task tracker — each AUD item is ticked off only once its fix is verified, not just written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48640" y="5522976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49808" y="537667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checkpoint (Aug 24) catches Phases 3–5 still open — frontend wiring, polish and feature fixes — while Phases 1–2 (auth, RBAC) are already closed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548640" y="5943600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49808" y="5797296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commit review (ml_main.py + ci-cd.yml) shows the same discipline applied to infra: a named fix, reviewed file-by-file, committed with intent</a:t>
            </a:r>
            <a:endParaRPr lang="en-US" sz="103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Documentation &amp; Verification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sprint-6.md — Testing &amp; Verification, Summary of Files Added / Updated</a:t>
            </a:r>
            <a:endParaRPr lang="en-US" sz="1050" dirty="0"/>
          </a:p>
        </p:txBody>
      </p:sp>
      <p:pic>
        <p:nvPicPr>
          <p:cNvPr id="5" name="Image 0" descr="/home/claude/crops/sprint6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760720" cy="41460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5760720" cy="4146052"/>
          </a:xfrm>
          <a:prstGeom prst="roundRect">
            <a:avLst>
              <a:gd name="adj" fmla="val 882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1673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84848" y="1527048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sprint-6.md documents an automated Pytest suite (tests/test_api.py) alongside a manual frontend pass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0" y="2660904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84848" y="2514600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verification confirms a zero-TypeScript-error Next.js 16 build, and that unauthenticated users are redirected from /admin and /employer to /login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583680" y="3648456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84848" y="3502152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file-by-file changelog lists 4 new files and 14+ updated modules — from auth_utils.py and .env.example to role guards on admin.py, jobs.py and alumni.py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0" y="4636008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84848" y="4489704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in the summary maps back to a specific AUD item, keeping the tracker and the codebase in lockstep</a:t>
            </a:r>
            <a:endParaRPr lang="en-US" sz="108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Communication — Slack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Team Nexus / #299</a:t>
            </a:r>
            <a:endParaRPr lang="en-US" sz="1050" dirty="0"/>
          </a:p>
        </p:txBody>
      </p:sp>
      <p:pic>
        <p:nvPicPr>
          <p:cNvPr id="5" name="Image 0" descr="/home/claude/crops/slack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36790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6858000" cy="3679031"/>
          </a:xfrm>
          <a:prstGeom prst="roundRect">
            <a:avLst>
              <a:gd name="adj" fmla="val 994"/>
            </a:avLst>
          </a:prstGeom>
          <a:ln w="12700">
            <a:solidFill>
              <a:srgbClr val="DADF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673352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36408" y="1527048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#299 thread stays as light as Sprint 5's — a couple of check-ins, with the real work landing in commits and the audit tracker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635240" y="2569464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36408" y="2423160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22: Tahsin (ahmed.md) replies “I didn't find it..” after looking for the flagged issue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635240" y="3465576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36408" y="3319272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Jihan confirms the audit is fixed, asks Tahsin to review Sprint 6 and flag bugs, and raises Firebase or Vercel for deployment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635240" y="4361688"/>
            <a:ext cx="73152" cy="7315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36408" y="4215384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incident this sprint — the conversation is about closing out review, not debugging a break</a:t>
            </a:r>
            <a:endParaRPr lang="en-US" sz="108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Issues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480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123444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38928" y="1508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1051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3368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4480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24928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4480560" cy="86868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874520"/>
            <a:ext cx="1234440" cy="86868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874520"/>
            <a:ext cx="1051560" cy="86868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1874520"/>
            <a:ext cx="4480560" cy="86868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1874520"/>
            <a:ext cx="4261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Sprint 5–6 commits — the CI/CD fix and all 35 audit fixes — are authored by one contributor (DarkMonarch1)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234940" y="217170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BE6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34940" y="21717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377940" y="217170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BE6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77940" y="21717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20" dirty="0"/>
          </a:p>
        </p:txBody>
      </p:sp>
      <p:sp>
        <p:nvSpPr>
          <p:cNvPr id="21" name="Text 19"/>
          <p:cNvSpPr txBox="1"/>
          <p:nvPr/>
        </p:nvSpPr>
        <p:spPr>
          <a:xfrm>
            <a:off x="7424928" y="1874520"/>
            <a:ext cx="4261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Tahsin owned, committed tickets for Sprint 7 — not review-only involvement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44805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2743200"/>
            <a:ext cx="1234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743200"/>
            <a:ext cx="10515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2743200"/>
            <a:ext cx="44805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274320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Tahsin's Slack reply — “I didn't find it..” — suggests thin review coverage on a 35-item audit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234940" y="30175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CF1D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349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377940" y="30175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CF1D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779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2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274320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Pair-review a sample of the 35 fixes, or add a lightweight PR-review step before merging to main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48640" y="3566160"/>
            <a:ext cx="4480560" cy="77724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3566160"/>
            <a:ext cx="1234440" cy="77724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3566160"/>
            <a:ext cx="1051560" cy="77724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3566160"/>
            <a:ext cx="4480560" cy="777240"/>
          </a:xfrm>
          <a:prstGeom prst="rect">
            <a:avLst/>
          </a:prstGeom>
          <a:solidFill>
            <a:srgbClr val="EEF6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3566160"/>
            <a:ext cx="4261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fixes merged straight to main, with no feature-branch or PR step to catch regressions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234940" y="38176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CF1D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34940" y="38176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377940" y="38176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CF1D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77940" y="38176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20" dirty="0"/>
          </a:p>
        </p:txBody>
      </p:sp>
      <p:sp>
        <p:nvSpPr>
          <p:cNvPr id="41" name="Text 39"/>
          <p:cNvSpPr txBox="1"/>
          <p:nvPr/>
        </p:nvSpPr>
        <p:spPr>
          <a:xfrm>
            <a:off x="7424928" y="3566160"/>
            <a:ext cx="4261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short-lived branches + review for Sprint 7's deployment work, where a bad merge is costlier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48640" y="4343400"/>
            <a:ext cx="44805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0" y="4343400"/>
            <a:ext cx="123444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4343400"/>
            <a:ext cx="10515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343400"/>
            <a:ext cx="44805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8368" y="4343400"/>
            <a:ext cx="4261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 (Firebase vs. Vercel) is still undecided as Sprint 7 begins, and exams have delayed five sprints running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234940" y="46405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BE6E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234940" y="46405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6377940" y="46405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CF1D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377940" y="46405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20" dirty="0"/>
          </a:p>
        </p:txBody>
      </p:sp>
      <p:sp>
        <p:nvSpPr>
          <p:cNvPr id="51" name="Text 49"/>
          <p:cNvSpPr txBox="1"/>
          <p:nvPr/>
        </p:nvSpPr>
        <p:spPr>
          <a:xfrm>
            <a:off x="7424928" y="4343400"/>
            <a:ext cx="4261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document the deployment platform early in Sprint 7; keep scope tight given the recurring time pressure</a:t>
            </a:r>
            <a:endParaRPr lang="en-US" sz="98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closed cleanly at 100%, but it surfaced a familiar pattern — one contributor doing nearly all the work, now with 35 fixes riding on a single reviewer's judgment.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Well, What We're Improving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" cy="329184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" y="2157984"/>
            <a:ext cx="73152" cy="73152"/>
          </a:xfrm>
          <a:prstGeom prst="rect">
            <a:avLst/>
          </a:prstGeom>
          <a:solidFill>
            <a:srgbClr val="2E9E9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tracked audit items closed — Phases 1–5 (auth, RBAC, frontend wiring, polish, feature fixes) fully checked off in AUDIT_FIX_TRACKER.md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76072" y="2816352"/>
            <a:ext cx="73152" cy="73152"/>
          </a:xfrm>
          <a:prstGeom prst="rect">
            <a:avLst/>
          </a:prstGeom>
          <a:solidFill>
            <a:srgbClr val="2E9E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70048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bcrypt hashing, JWT auth and role guards replace every flagged auth/RBAC gap — auth_utils.py ships as one reusable module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76072" y="3474720"/>
            <a:ext cx="73152" cy="73152"/>
          </a:xfrm>
          <a:prstGeom prst="rect">
            <a:avLst/>
          </a:prstGeom>
          <a:solidFill>
            <a:srgbClr val="2E9E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28416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pytest suite plus a manual frontend pass back up the fixes, not just the checklist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76072" y="4133088"/>
            <a:ext cx="73152" cy="73152"/>
          </a:xfrm>
          <a:prstGeom prst="rect">
            <a:avLst/>
          </a:prstGeom>
          <a:solidFill>
            <a:srgbClr val="2E9E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86784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itself is documented like a shipped feature — sprint-6.md gives a full file-by-file changelog, not just a completion percentage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71032" y="2157984"/>
            <a:ext cx="73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2011680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fixes landed on main with no feature-branch or PR review step — a lot of surface area for one reviewer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971032" y="2980944"/>
            <a:ext cx="73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2834640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Tahsin's Slack reply (“I didn't find it..”) suggests review coverage on the audit stayed thin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971032" y="3803904"/>
            <a:ext cx="73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3657600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platform (Firebase vs. Vercel) is still an open question heading into Sprint 7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4C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534924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completion (per tracker) — all 35 audit items closed, tested and documented; deployment planning carries into Sprint 7.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 ·  SPRINT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Sprint: Deployment &amp; Final Polish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4C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and configure a deployment platform (Firebase or Vercel), deploy CareerSetu end-to-end, and close out any remaining polish so the platform is demo- and grading-ready.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&amp; META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7040880" cy="2331720"/>
          </a:xfrm>
          <a:prstGeom prst="roundRect">
            <a:avLst>
              <a:gd name="adj" fmla="val 3137"/>
            </a:avLst>
          </a:prstGeom>
          <a:solidFill>
            <a:srgbClr val="E8F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9300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live on a chosen hosting platform, with environment config, CI/CD and the database layer all verified in production — not just localhost.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7083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902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&amp; Tahsin Ahmed Sufol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19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0200" y="488289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BE6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00200" y="4882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919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4882896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B9D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91840" y="48828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DevOps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3035808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FCF1D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7356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36118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closed 35 issues but leaned on one contributor and skipped PR review. Sprint 7 inherits the deployment decision and the discipline of getting a second set of eyes on higher-stakes infra changes.</a:t>
            </a:r>
            <a:endParaRPr lang="en-US" sz="106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6 Weekly Review  |  CSE299 Sec.10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B3D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B3D45"/>
          </a:solidFill>
          <a:ln/>
        </p:spPr>
      </p:sp>
      <p:sp>
        <p:nvSpPr>
          <p:cNvPr id="4" name="Shape 2"/>
          <p:cNvSpPr/>
          <p:nvPr/>
        </p:nvSpPr>
        <p:spPr>
          <a:xfrm>
            <a:off x="5767121" y="8686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7121" y="868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16916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feedback, ITN Sir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4385" y="2971800"/>
            <a:ext cx="7863840" cy="1325880"/>
          </a:xfrm>
          <a:prstGeom prst="roundRect">
            <a:avLst>
              <a:gd name="adj" fmla="val 5517"/>
            </a:avLst>
          </a:prstGeom>
          <a:solidFill>
            <a:srgbClr val="1635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38705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&amp; OPEN QUESTIONS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38705" y="3429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closing a 35-item audit — and documenting it with the same rigor as a shipped feature — reflect the kind of quality process you'd want to see before a final deployment?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North South University  ·  Section 10  ·  Team Nexus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2026-08-28T15:54:08Z</dcterms:created>
  <dcterms:modified xsi:type="dcterms:W3CDTF">2026-08-28T15:54:08Z</dcterms:modified>
</cp:coreProperties>
</file>